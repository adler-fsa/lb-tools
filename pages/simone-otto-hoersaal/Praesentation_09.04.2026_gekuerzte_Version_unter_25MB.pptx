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/>
      <a:tcStyle>
        <a:tcBdr/>
        <a:fill>
          <a:solidFill>
            <a:srgbClr val="FCE9F0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000000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96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17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5" name="Shape 2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j-lt"/>
        <a:ea typeface="+mj-ea"/>
        <a:cs typeface="+mj-cs"/>
        <a:sym typeface="Lucida Grande"/>
      </a:defRPr>
    </a:lvl1pPr>
    <a:lvl2pPr indent="228600" defTabSz="457200" latinLnBrk="0">
      <a:defRPr sz="2200">
        <a:latin typeface="+mj-lt"/>
        <a:ea typeface="+mj-ea"/>
        <a:cs typeface="+mj-cs"/>
        <a:sym typeface="Lucida Grande"/>
      </a:defRPr>
    </a:lvl2pPr>
    <a:lvl3pPr indent="457200" defTabSz="457200" latinLnBrk="0">
      <a:defRPr sz="2200">
        <a:latin typeface="+mj-lt"/>
        <a:ea typeface="+mj-ea"/>
        <a:cs typeface="+mj-cs"/>
        <a:sym typeface="Lucida Grande"/>
      </a:defRPr>
    </a:lvl3pPr>
    <a:lvl4pPr indent="685800" defTabSz="457200" latinLnBrk="0">
      <a:defRPr sz="2200">
        <a:latin typeface="+mj-lt"/>
        <a:ea typeface="+mj-ea"/>
        <a:cs typeface="+mj-cs"/>
        <a:sym typeface="Lucida Grande"/>
      </a:defRPr>
    </a:lvl4pPr>
    <a:lvl5pPr indent="914400" defTabSz="457200" latinLnBrk="0">
      <a:defRPr sz="2200">
        <a:latin typeface="+mj-lt"/>
        <a:ea typeface="+mj-ea"/>
        <a:cs typeface="+mj-cs"/>
        <a:sym typeface="Lucida Grande"/>
      </a:defRPr>
    </a:lvl5pPr>
    <a:lvl6pPr indent="1143000" defTabSz="457200" latinLnBrk="0">
      <a:defRPr sz="2200">
        <a:latin typeface="+mj-lt"/>
        <a:ea typeface="+mj-ea"/>
        <a:cs typeface="+mj-cs"/>
        <a:sym typeface="Lucida Grande"/>
      </a:defRPr>
    </a:lvl6pPr>
    <a:lvl7pPr indent="1371600" defTabSz="457200" latinLnBrk="0">
      <a:defRPr sz="2200">
        <a:latin typeface="+mj-lt"/>
        <a:ea typeface="+mj-ea"/>
        <a:cs typeface="+mj-cs"/>
        <a:sym typeface="Lucida Grande"/>
      </a:defRPr>
    </a:lvl7pPr>
    <a:lvl8pPr indent="1600200" defTabSz="457200" latinLnBrk="0">
      <a:defRPr sz="2200">
        <a:latin typeface="+mj-lt"/>
        <a:ea typeface="+mj-ea"/>
        <a:cs typeface="+mj-cs"/>
        <a:sym typeface="Lucida Grande"/>
      </a:defRPr>
    </a:lvl8pPr>
    <a:lvl9pPr indent="1828800" defTabSz="457200" latinLnBrk="0">
      <a:defRPr sz="2200">
        <a:latin typeface="+mj-lt"/>
        <a:ea typeface="+mj-ea"/>
        <a:cs typeface="+mj-cs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12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ieren"/>
          <p:cNvGrpSpPr/>
          <p:nvPr/>
        </p:nvGrpSpPr>
        <p:grpSpPr>
          <a:xfrm>
            <a:off x="-85" y="-99"/>
            <a:ext cx="12192021" cy="6863689"/>
            <a:chOff x="-42" y="-50"/>
            <a:chExt cx="12192020" cy="6863687"/>
          </a:xfrm>
        </p:grpSpPr>
        <p:pic>
          <p:nvPicPr>
            <p:cNvPr id="20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43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73" y="-47"/>
              <a:ext cx="4322075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46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5" name="Gruppieren"/>
            <p:cNvGrpSpPr/>
            <p:nvPr/>
          </p:nvGrpSpPr>
          <p:grpSpPr>
            <a:xfrm>
              <a:off x="688804" y="-50"/>
              <a:ext cx="10802134" cy="6857595"/>
              <a:chOff x="0" y="-1"/>
              <a:chExt cx="10802133" cy="6857593"/>
            </a:xfrm>
          </p:grpSpPr>
          <p:pic>
            <p:nvPicPr>
              <p:cNvPr id="23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0" y="-2"/>
                <a:ext cx="5401073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" y="-2"/>
                <a:ext cx="5401070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28" name="Gruppieren"/>
            <p:cNvGrpSpPr/>
            <p:nvPr/>
          </p:nvGrpSpPr>
          <p:grpSpPr>
            <a:xfrm>
              <a:off x="8759913" y="-51"/>
              <a:ext cx="3432065" cy="6857595"/>
              <a:chOff x="0" y="0"/>
              <a:chExt cx="3432064" cy="6857593"/>
            </a:xfrm>
          </p:grpSpPr>
          <p:pic>
            <p:nvPicPr>
              <p:cNvPr id="26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5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7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5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29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85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1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2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uppieren"/>
          <p:cNvGrpSpPr/>
          <p:nvPr/>
        </p:nvGrpSpPr>
        <p:grpSpPr>
          <a:xfrm>
            <a:off x="-99" y="58"/>
            <a:ext cx="12192018" cy="6863687"/>
            <a:chOff x="-50" y="29"/>
            <a:chExt cx="12192017" cy="6863686"/>
          </a:xfrm>
        </p:grpSpPr>
        <p:pic>
          <p:nvPicPr>
            <p:cNvPr id="39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49" y="1645848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" name="image9.png" descr="image9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48484" y="396246"/>
              <a:ext cx="4322074" cy="43157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" name="image10.png" descr="image1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48" y="512062"/>
              <a:ext cx="6345946" cy="63516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4" name="Gruppieren"/>
            <p:cNvGrpSpPr/>
            <p:nvPr/>
          </p:nvGrpSpPr>
          <p:grpSpPr>
            <a:xfrm>
              <a:off x="-51" y="6126"/>
              <a:ext cx="10802133" cy="6857590"/>
              <a:chOff x="0" y="0"/>
              <a:chExt cx="10802131" cy="6857589"/>
            </a:xfrm>
          </p:grpSpPr>
          <p:pic>
            <p:nvPicPr>
              <p:cNvPr id="42" name="image5.png" descr="image5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" y="-1"/>
                <a:ext cx="5401069" cy="68575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3" name="image4.png" descr="image4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01058" y="-1"/>
                <a:ext cx="5401074" cy="68575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5" name="image11.png" descr="image11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02179" y="29"/>
              <a:ext cx="6589789" cy="65893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7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8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uppieren"/>
          <p:cNvGrpSpPr/>
          <p:nvPr/>
        </p:nvGrpSpPr>
        <p:grpSpPr>
          <a:xfrm>
            <a:off x="-92" y="-85"/>
            <a:ext cx="12192016" cy="6858015"/>
            <a:chOff x="-46" y="-43"/>
            <a:chExt cx="12192014" cy="6858013"/>
          </a:xfrm>
        </p:grpSpPr>
        <p:pic>
          <p:nvPicPr>
            <p:cNvPr id="55" name="image12.png" descr="image1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47" y="2017740"/>
              <a:ext cx="4840234" cy="48402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8" name="Gruppieren"/>
            <p:cNvGrpSpPr/>
            <p:nvPr/>
          </p:nvGrpSpPr>
          <p:grpSpPr>
            <a:xfrm>
              <a:off x="5602181" y="-44"/>
              <a:ext cx="6522739" cy="3261377"/>
              <a:chOff x="-1" y="-1"/>
              <a:chExt cx="6522738" cy="3261375"/>
            </a:xfrm>
          </p:grpSpPr>
          <p:pic>
            <p:nvPicPr>
              <p:cNvPr id="56" name="image13.png" descr="image13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1365" y="-2"/>
                <a:ext cx="3261372" cy="326137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7" name="image14.png" descr="image14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" y="-2"/>
                <a:ext cx="3261373" cy="326137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9" name="image15.png" descr="image15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3958" y="-38"/>
              <a:ext cx="6858011" cy="68580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" name="image16.png" descr="image16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3730" y="2535899"/>
              <a:ext cx="4322074" cy="43220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2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63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64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5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uppieren"/>
          <p:cNvGrpSpPr/>
          <p:nvPr/>
        </p:nvGrpSpPr>
        <p:grpSpPr>
          <a:xfrm>
            <a:off x="-98" y="67"/>
            <a:ext cx="12192022" cy="6858016"/>
            <a:chOff x="-49" y="33"/>
            <a:chExt cx="12192021" cy="6858015"/>
          </a:xfrm>
        </p:grpSpPr>
        <p:sp>
          <p:nvSpPr>
            <p:cNvPr id="72" name="Rechteck"/>
            <p:cNvSpPr/>
            <p:nvPr/>
          </p:nvSpPr>
          <p:spPr>
            <a:xfrm>
              <a:off x="-47" y="37"/>
              <a:ext cx="12192014" cy="6858010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75" name="Gruppieren"/>
            <p:cNvGrpSpPr/>
            <p:nvPr/>
          </p:nvGrpSpPr>
          <p:grpSpPr>
            <a:xfrm>
              <a:off x="670509" y="33"/>
              <a:ext cx="11521463" cy="5760739"/>
              <a:chOff x="-1" y="0"/>
              <a:chExt cx="11521461" cy="5760738"/>
            </a:xfrm>
          </p:grpSpPr>
          <p:pic>
            <p:nvPicPr>
              <p:cNvPr id="73" name="image17.png" descr="image17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60725" y="-1"/>
                <a:ext cx="5760736" cy="576073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4" name="image18.png" descr="image18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" y="-1"/>
                <a:ext cx="5760734" cy="576073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76" name="image15.png" descr="image15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958" y="38"/>
              <a:ext cx="6858009" cy="68580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7" name="image19.png" descr="image19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48" y="2535975"/>
              <a:ext cx="4322074" cy="43220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80" name="Gruppieren"/>
            <p:cNvGrpSpPr/>
            <p:nvPr/>
          </p:nvGrpSpPr>
          <p:grpSpPr>
            <a:xfrm>
              <a:off x="-50" y="2950498"/>
              <a:ext cx="7815092" cy="3907552"/>
              <a:chOff x="0" y="-1"/>
              <a:chExt cx="7815091" cy="3907550"/>
            </a:xfrm>
          </p:grpSpPr>
          <p:pic>
            <p:nvPicPr>
              <p:cNvPr id="78" name="image20.png" descr="image20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" y="-2"/>
                <a:ext cx="3907549" cy="39075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9" name="image21.png" descr="image21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07541" y="-2"/>
                <a:ext cx="3907550" cy="39075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81" name="image22.png" descr="image2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48" y="524296"/>
              <a:ext cx="6333756" cy="63337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3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84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85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uppieren"/>
          <p:cNvGrpSpPr/>
          <p:nvPr/>
        </p:nvGrpSpPr>
        <p:grpSpPr>
          <a:xfrm>
            <a:off x="-369" y="26"/>
            <a:ext cx="12192201" cy="6858113"/>
            <a:chOff x="-2" y="-1"/>
            <a:chExt cx="12192200" cy="6858111"/>
          </a:xfrm>
        </p:grpSpPr>
        <p:pic>
          <p:nvPicPr>
            <p:cNvPr id="93" name="image23.png" descr="image23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8139" y="2560322"/>
              <a:ext cx="4194056" cy="42976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96" name="Gruppieren"/>
            <p:cNvGrpSpPr/>
            <p:nvPr/>
          </p:nvGrpSpPr>
          <p:grpSpPr>
            <a:xfrm>
              <a:off x="-3" y="87"/>
              <a:ext cx="11448310" cy="6858024"/>
              <a:chOff x="-1" y="0"/>
              <a:chExt cx="11448308" cy="6858022"/>
            </a:xfrm>
          </p:grpSpPr>
          <p:pic>
            <p:nvPicPr>
              <p:cNvPr id="94" name="image24.png" descr="image24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" y="-1"/>
                <a:ext cx="11448310" cy="342596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5" name="image25.png" descr="image25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" y="3425959"/>
                <a:ext cx="11448310" cy="34320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99" name="Gruppieren"/>
            <p:cNvGrpSpPr/>
            <p:nvPr/>
          </p:nvGrpSpPr>
          <p:grpSpPr>
            <a:xfrm>
              <a:off x="53" y="96"/>
              <a:ext cx="11881123" cy="4712224"/>
              <a:chOff x="-1" y="0"/>
              <a:chExt cx="11881121" cy="4712223"/>
            </a:xfrm>
          </p:grpSpPr>
          <p:pic>
            <p:nvPicPr>
              <p:cNvPr id="97" name="image26.png" descr="image26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" y="0"/>
                <a:ext cx="5937516" cy="471222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8" name="image27.png" descr="image27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37508" y="0"/>
                <a:ext cx="5943613" cy="471222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102" name="Gruppieren"/>
            <p:cNvGrpSpPr/>
            <p:nvPr/>
          </p:nvGrpSpPr>
          <p:grpSpPr>
            <a:xfrm>
              <a:off x="2676326" y="-2"/>
              <a:ext cx="9515872" cy="3767344"/>
              <a:chOff x="0" y="-1"/>
              <a:chExt cx="9515870" cy="3767342"/>
            </a:xfrm>
          </p:grpSpPr>
          <p:pic>
            <p:nvPicPr>
              <p:cNvPr id="100" name="image28.png" descr="image28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60979" y="-2"/>
                <a:ext cx="4754892" cy="37673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01" name="image29.png" descr="image29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2"/>
                <a:ext cx="4760986" cy="37673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105" name="Gruppieren"/>
            <p:cNvGrpSpPr/>
            <p:nvPr/>
          </p:nvGrpSpPr>
          <p:grpSpPr>
            <a:xfrm>
              <a:off x="29" y="96"/>
              <a:ext cx="9515873" cy="3767343"/>
              <a:chOff x="0" y="0"/>
              <a:chExt cx="9515871" cy="3767342"/>
            </a:xfrm>
          </p:grpSpPr>
          <p:pic>
            <p:nvPicPr>
              <p:cNvPr id="103" name="image30.png" descr="image30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54884" y="0"/>
                <a:ext cx="4760988" cy="376734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04" name="image31.png" descr="image31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" y="0"/>
                <a:ext cx="4754891" cy="376734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107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08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109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10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uppieren"/>
          <p:cNvGrpSpPr/>
          <p:nvPr/>
        </p:nvGrpSpPr>
        <p:grpSpPr>
          <a:xfrm>
            <a:off x="1390120" y="0"/>
            <a:ext cx="10801888" cy="6858006"/>
            <a:chOff x="0" y="0"/>
            <a:chExt cx="10801887" cy="6858005"/>
          </a:xfrm>
        </p:grpSpPr>
        <p:pic>
          <p:nvPicPr>
            <p:cNvPr id="117" name="image32.png" descr="image3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5400948" cy="68580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" name="image33.png" descr="image3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0940" y="0"/>
              <a:ext cx="5400947" cy="6858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22" name="Gruppieren"/>
          <p:cNvGrpSpPr/>
          <p:nvPr/>
        </p:nvGrpSpPr>
        <p:grpSpPr>
          <a:xfrm>
            <a:off x="-8" y="-38"/>
            <a:ext cx="3432060" cy="6858014"/>
            <a:chOff x="-4" y="-19"/>
            <a:chExt cx="3432058" cy="6858013"/>
          </a:xfrm>
        </p:grpSpPr>
        <p:pic>
          <p:nvPicPr>
            <p:cNvPr id="120" name="image34.png" descr="image34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5" y="3432032"/>
              <a:ext cx="3432060" cy="3425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1" name="image35.png" descr="image35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" y="-20"/>
              <a:ext cx="3432060" cy="343205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23" name="image36.png" descr="image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2287" y="268285"/>
            <a:ext cx="6589718" cy="65897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image37.png" descr="image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589715" cy="6589715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26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127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28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uppieren"/>
          <p:cNvGrpSpPr/>
          <p:nvPr/>
        </p:nvGrpSpPr>
        <p:grpSpPr>
          <a:xfrm>
            <a:off x="-85" y="-99"/>
            <a:ext cx="12192021" cy="6863689"/>
            <a:chOff x="-42" y="-50"/>
            <a:chExt cx="12192020" cy="6863687"/>
          </a:xfrm>
        </p:grpSpPr>
        <p:pic>
          <p:nvPicPr>
            <p:cNvPr id="135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43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6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73" y="-47"/>
              <a:ext cx="4322075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7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46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40" name="Gruppieren"/>
            <p:cNvGrpSpPr/>
            <p:nvPr/>
          </p:nvGrpSpPr>
          <p:grpSpPr>
            <a:xfrm>
              <a:off x="688804" y="-50"/>
              <a:ext cx="10802134" cy="6857595"/>
              <a:chOff x="0" y="-1"/>
              <a:chExt cx="10802133" cy="6857593"/>
            </a:xfrm>
          </p:grpSpPr>
          <p:pic>
            <p:nvPicPr>
              <p:cNvPr id="138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0" y="-2"/>
                <a:ext cx="5401073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39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" y="-2"/>
                <a:ext cx="5401070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143" name="Gruppieren"/>
            <p:cNvGrpSpPr/>
            <p:nvPr/>
          </p:nvGrpSpPr>
          <p:grpSpPr>
            <a:xfrm>
              <a:off x="8759913" y="-51"/>
              <a:ext cx="3432065" cy="6857595"/>
              <a:chOff x="0" y="0"/>
              <a:chExt cx="3432064" cy="6857593"/>
            </a:xfrm>
          </p:grpSpPr>
          <p:pic>
            <p:nvPicPr>
              <p:cNvPr id="141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5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2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5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144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85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6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4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uppieren"/>
          <p:cNvGrpSpPr/>
          <p:nvPr/>
        </p:nvGrpSpPr>
        <p:grpSpPr>
          <a:xfrm>
            <a:off x="-294" y="-131"/>
            <a:ext cx="12192164" cy="6858080"/>
            <a:chOff x="-1" y="-1"/>
            <a:chExt cx="12192162" cy="6858079"/>
          </a:xfrm>
        </p:grpSpPr>
        <p:pic>
          <p:nvPicPr>
            <p:cNvPr id="154" name="image38.png" descr="image38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" y="2560384"/>
              <a:ext cx="4194057" cy="42976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57" name="Gruppieren"/>
            <p:cNvGrpSpPr/>
            <p:nvPr/>
          </p:nvGrpSpPr>
          <p:grpSpPr>
            <a:xfrm>
              <a:off x="743853" y="57"/>
              <a:ext cx="11448308" cy="6858021"/>
              <a:chOff x="-1" y="-1"/>
              <a:chExt cx="11448307" cy="6858019"/>
            </a:xfrm>
          </p:grpSpPr>
          <p:pic>
            <p:nvPicPr>
              <p:cNvPr id="155" name="image39.png" descr="image39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" y="-2"/>
                <a:ext cx="11448309" cy="342596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56" name="image40.png" descr="image40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" y="3425958"/>
                <a:ext cx="11448309" cy="343206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160" name="Gruppieren"/>
            <p:cNvGrpSpPr/>
            <p:nvPr/>
          </p:nvGrpSpPr>
          <p:grpSpPr>
            <a:xfrm>
              <a:off x="311039" y="57"/>
              <a:ext cx="11881122" cy="4712227"/>
              <a:chOff x="-1" y="0"/>
              <a:chExt cx="11881121" cy="4712226"/>
            </a:xfrm>
          </p:grpSpPr>
          <p:pic>
            <p:nvPicPr>
              <p:cNvPr id="158" name="image41.png" descr="image41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43605" y="-1"/>
                <a:ext cx="5937516" cy="471222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59" name="image42.png" descr="image42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" y="-1"/>
                <a:ext cx="5943613" cy="471222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163" name="Gruppieren"/>
            <p:cNvGrpSpPr/>
            <p:nvPr/>
          </p:nvGrpSpPr>
          <p:grpSpPr>
            <a:xfrm>
              <a:off x="-2" y="-2"/>
              <a:ext cx="9515876" cy="3767340"/>
              <a:chOff x="-1" y="0"/>
              <a:chExt cx="9515874" cy="3767339"/>
            </a:xfrm>
          </p:grpSpPr>
          <p:pic>
            <p:nvPicPr>
              <p:cNvPr id="161" name="image43.png" descr="image43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2" y="-1"/>
                <a:ext cx="4754893" cy="376734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62" name="image44.png" descr="image44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54884" y="-1"/>
                <a:ext cx="4760990" cy="376734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166" name="Gruppieren"/>
            <p:cNvGrpSpPr/>
            <p:nvPr/>
          </p:nvGrpSpPr>
          <p:grpSpPr>
            <a:xfrm>
              <a:off x="2676287" y="64"/>
              <a:ext cx="9515873" cy="3767340"/>
              <a:chOff x="0" y="0"/>
              <a:chExt cx="9515871" cy="3767338"/>
            </a:xfrm>
          </p:grpSpPr>
          <p:pic>
            <p:nvPicPr>
              <p:cNvPr id="164" name="image45.png" descr="image45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" y="0"/>
                <a:ext cx="4760986" cy="376733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65" name="image46.png" descr="image46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60979" y="0"/>
                <a:ext cx="4754893" cy="376733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168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69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170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7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ruppieren"/>
          <p:cNvGrpSpPr/>
          <p:nvPr/>
        </p:nvGrpSpPr>
        <p:grpSpPr>
          <a:xfrm>
            <a:off x="1390120" y="0"/>
            <a:ext cx="10801888" cy="6858006"/>
            <a:chOff x="0" y="0"/>
            <a:chExt cx="10801887" cy="6858005"/>
          </a:xfrm>
        </p:grpSpPr>
        <p:pic>
          <p:nvPicPr>
            <p:cNvPr id="178" name="image32.png" descr="image3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5400948" cy="68580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9" name="image33.png" descr="image3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0940" y="0"/>
              <a:ext cx="5400947" cy="6858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83" name="Gruppieren"/>
          <p:cNvGrpSpPr/>
          <p:nvPr/>
        </p:nvGrpSpPr>
        <p:grpSpPr>
          <a:xfrm>
            <a:off x="-8" y="-38"/>
            <a:ext cx="3432060" cy="6858014"/>
            <a:chOff x="-4" y="-19"/>
            <a:chExt cx="3432058" cy="6858013"/>
          </a:xfrm>
        </p:grpSpPr>
        <p:pic>
          <p:nvPicPr>
            <p:cNvPr id="181" name="image34.png" descr="image34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5" y="3432032"/>
              <a:ext cx="3432060" cy="3425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2" name="image35.png" descr="image35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" y="-20"/>
              <a:ext cx="3432060" cy="343205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84" name="image36.png" descr="image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2287" y="268285"/>
            <a:ext cx="6589718" cy="65897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image37.png" descr="image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589715" cy="6589715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87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188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8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uppieren"/>
          <p:cNvGrpSpPr/>
          <p:nvPr/>
        </p:nvGrpSpPr>
        <p:grpSpPr>
          <a:xfrm>
            <a:off x="5918756" y="2877417"/>
            <a:ext cx="6273251" cy="3980591"/>
            <a:chOff x="0" y="-1"/>
            <a:chExt cx="6273250" cy="3980589"/>
          </a:xfrm>
        </p:grpSpPr>
        <p:pic>
          <p:nvPicPr>
            <p:cNvPr id="196" name="image47.png" descr="image47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2"/>
              <a:ext cx="3139675" cy="39805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7" name="image48.png" descr="image48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9670" y="-2"/>
              <a:ext cx="3133580" cy="39805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01" name="Gruppieren"/>
          <p:cNvGrpSpPr/>
          <p:nvPr/>
        </p:nvGrpSpPr>
        <p:grpSpPr>
          <a:xfrm>
            <a:off x="-88" y="-36"/>
            <a:ext cx="9363245" cy="4682421"/>
            <a:chOff x="-44" y="-18"/>
            <a:chExt cx="9363243" cy="4682420"/>
          </a:xfrm>
        </p:grpSpPr>
        <p:pic>
          <p:nvPicPr>
            <p:cNvPr id="199" name="image49.png" descr="image49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45" y="-19"/>
              <a:ext cx="4681625" cy="46824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0" name="image50.png" descr="image5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81575" y="-19"/>
              <a:ext cx="4681625" cy="46824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02" name="image51.png" descr="image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210" y="3097209"/>
            <a:ext cx="3760793" cy="3760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image37.png" descr="image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589715" cy="6589715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05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206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0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ruppieren"/>
          <p:cNvGrpSpPr/>
          <p:nvPr/>
        </p:nvGrpSpPr>
        <p:grpSpPr>
          <a:xfrm>
            <a:off x="-98" y="67"/>
            <a:ext cx="12192022" cy="6858016"/>
            <a:chOff x="-49" y="33"/>
            <a:chExt cx="12192021" cy="6858015"/>
          </a:xfrm>
        </p:grpSpPr>
        <p:sp>
          <p:nvSpPr>
            <p:cNvPr id="214" name="Rechteck"/>
            <p:cNvSpPr/>
            <p:nvPr/>
          </p:nvSpPr>
          <p:spPr>
            <a:xfrm>
              <a:off x="-47" y="37"/>
              <a:ext cx="12192014" cy="6858010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grpSp>
          <p:nvGrpSpPr>
            <p:cNvPr id="217" name="Gruppieren"/>
            <p:cNvGrpSpPr/>
            <p:nvPr/>
          </p:nvGrpSpPr>
          <p:grpSpPr>
            <a:xfrm>
              <a:off x="670509" y="33"/>
              <a:ext cx="11521463" cy="5760739"/>
              <a:chOff x="-1" y="0"/>
              <a:chExt cx="11521461" cy="5760738"/>
            </a:xfrm>
          </p:grpSpPr>
          <p:pic>
            <p:nvPicPr>
              <p:cNvPr id="215" name="image17.png" descr="image17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60725" y="-1"/>
                <a:ext cx="5760736" cy="576073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16" name="image18.png" descr="image18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" y="-1"/>
                <a:ext cx="5760734" cy="576073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218" name="image15.png" descr="image15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958" y="38"/>
              <a:ext cx="6858009" cy="68580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9" name="image19.png" descr="image19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48" y="2535975"/>
              <a:ext cx="4322074" cy="43220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22" name="Gruppieren"/>
            <p:cNvGrpSpPr/>
            <p:nvPr/>
          </p:nvGrpSpPr>
          <p:grpSpPr>
            <a:xfrm>
              <a:off x="-50" y="2950498"/>
              <a:ext cx="7815092" cy="3907552"/>
              <a:chOff x="0" y="-1"/>
              <a:chExt cx="7815091" cy="3907550"/>
            </a:xfrm>
          </p:grpSpPr>
          <p:pic>
            <p:nvPicPr>
              <p:cNvPr id="220" name="image20.png" descr="image20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" y="-2"/>
                <a:ext cx="3907549" cy="39075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21" name="image21.png" descr="image21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07541" y="-2"/>
                <a:ext cx="3907550" cy="39075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223" name="image22.png" descr="image2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48" y="524296"/>
              <a:ext cx="6333756" cy="63337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25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9999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26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227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8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>
            <a:spLocks noGrp="1"/>
          </p:cNvSpPr>
          <p:nvPr>
            <p:ph type="title"/>
          </p:nvPr>
        </p:nvSpPr>
        <p:spPr>
          <a:xfrm>
            <a:off x="539750" y="539750"/>
            <a:ext cx="11101390" cy="1809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Titeltext</a:t>
            </a:r>
          </a:p>
        </p:txBody>
      </p:sp>
      <p:sp>
        <p:nvSpPr>
          <p:cNvPr id="3" name="Textebene 1…"/>
          <p:cNvSpPr txBox="1">
            <a:spLocks noGrp="1"/>
          </p:cNvSpPr>
          <p:nvPr>
            <p:ph type="body" idx="1"/>
          </p:nvPr>
        </p:nvSpPr>
        <p:spPr>
          <a:xfrm>
            <a:off x="539750" y="2528884"/>
            <a:ext cx="11101390" cy="377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1395741" y="6375719"/>
            <a:ext cx="245399" cy="2438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FFFFFF"/>
          </a:solidFill>
          <a:uFillTx/>
          <a:latin typeface="Times Roman"/>
          <a:ea typeface="Times Roman"/>
          <a:cs typeface="Times Roman"/>
          <a:sym typeface="Times Roman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FFFFFF"/>
          </a:solidFill>
          <a:uFillTx/>
          <a:latin typeface="Times Roman"/>
          <a:ea typeface="Times Roman"/>
          <a:cs typeface="Times Roman"/>
          <a:sym typeface="Times Roman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FFFFFF"/>
          </a:solidFill>
          <a:uFillTx/>
          <a:latin typeface="Times Roman"/>
          <a:ea typeface="Times Roman"/>
          <a:cs typeface="Times Roman"/>
          <a:sym typeface="Times Roman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FFFFFF"/>
          </a:solidFill>
          <a:uFillTx/>
          <a:latin typeface="Times Roman"/>
          <a:ea typeface="Times Roman"/>
          <a:cs typeface="Times Roman"/>
          <a:sym typeface="Times Roman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FFFFFF"/>
          </a:solidFill>
          <a:uFillTx/>
          <a:latin typeface="Times Roman"/>
          <a:ea typeface="Times Roman"/>
          <a:cs typeface="Times Roman"/>
          <a:sym typeface="Times Roman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FFFFFF"/>
          </a:solidFill>
          <a:uFillTx/>
          <a:latin typeface="Times Roman"/>
          <a:ea typeface="Times Roman"/>
          <a:cs typeface="Times Roman"/>
          <a:sym typeface="Times Roman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FFFFFF"/>
          </a:solidFill>
          <a:uFillTx/>
          <a:latin typeface="Times Roman"/>
          <a:ea typeface="Times Roman"/>
          <a:cs typeface="Times Roman"/>
          <a:sym typeface="Times Roman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FFFFFF"/>
          </a:solidFill>
          <a:uFillTx/>
          <a:latin typeface="Times Roman"/>
          <a:ea typeface="Times Roman"/>
          <a:cs typeface="Times Roman"/>
          <a:sym typeface="Times Roman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FFFFFF"/>
          </a:solidFill>
          <a:uFillTx/>
          <a:latin typeface="Times Roman"/>
          <a:ea typeface="Times Roman"/>
          <a:cs typeface="Times Roman"/>
          <a:sym typeface="Times Roman"/>
        </a:defRPr>
      </a:lvl9pPr>
    </p:titleStyle>
    <p:bodyStyle>
      <a:lvl1pPr marL="269875" marR="0" indent="-269875" algn="l" defTabSz="914400" rtl="0" latinLnBrk="0">
        <a:lnSpc>
          <a:spcPct val="125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1pPr>
      <a:lvl2pPr marL="719137" marR="0" indent="-269875" algn="l" defTabSz="914400" rtl="0" latinLnBrk="0">
        <a:lnSpc>
          <a:spcPct val="125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2pPr>
      <a:lvl3pPr marL="1079500" marR="0" indent="-269875" algn="l" defTabSz="914400" rtl="0" latinLnBrk="0">
        <a:lnSpc>
          <a:spcPct val="125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3pPr>
      <a:lvl4pPr marL="1439862" marR="0" indent="-269875" algn="l" defTabSz="914400" rtl="0" latinLnBrk="0">
        <a:lnSpc>
          <a:spcPct val="125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4pPr>
      <a:lvl5pPr marL="1798634" marR="0" indent="-269875" algn="l" defTabSz="914400" rtl="0" latinLnBrk="0">
        <a:lnSpc>
          <a:spcPct val="125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400" rtl="0" latinLnBrk="0">
        <a:lnSpc>
          <a:spcPct val="125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400" rtl="0" latinLnBrk="0">
        <a:lnSpc>
          <a:spcPct val="125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400" rtl="0" latinLnBrk="0">
        <a:lnSpc>
          <a:spcPct val="125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400" rtl="0" latinLnBrk="0">
        <a:lnSpc>
          <a:spcPct val="125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5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if"/><Relationship Id="rId2" Type="http://schemas.openxmlformats.org/officeDocument/2006/relationships/image" Target="../media/image53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t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56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5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58.jpeg"/><Relationship Id="rId5" Type="http://schemas.openxmlformats.org/officeDocument/2006/relationships/image" Target="../media/image4.png"/><Relationship Id="rId10" Type="http://schemas.openxmlformats.org/officeDocument/2006/relationships/image" Target="../media/image57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5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61.png"/><Relationship Id="rId5" Type="http://schemas.openxmlformats.org/officeDocument/2006/relationships/image" Target="../media/image4.png"/><Relationship Id="rId10" Type="http://schemas.openxmlformats.org/officeDocument/2006/relationships/image" Target="../media/image60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62.png"/><Relationship Id="rId5" Type="http://schemas.openxmlformats.org/officeDocument/2006/relationships/image" Target="../media/image4.png"/><Relationship Id="rId10" Type="http://schemas.openxmlformats.org/officeDocument/2006/relationships/image" Target="../media/image60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63.png"/><Relationship Id="rId5" Type="http://schemas.openxmlformats.org/officeDocument/2006/relationships/image" Target="../media/image4.png"/><Relationship Id="rId10" Type="http://schemas.openxmlformats.org/officeDocument/2006/relationships/image" Target="../media/image60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6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1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7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7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62.png"/><Relationship Id="rId5" Type="http://schemas.openxmlformats.org/officeDocument/2006/relationships/image" Target="../media/image4.png"/><Relationship Id="rId10" Type="http://schemas.openxmlformats.org/officeDocument/2006/relationships/image" Target="../media/image72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75.jpeg"/><Relationship Id="rId5" Type="http://schemas.openxmlformats.org/officeDocument/2006/relationships/image" Target="../media/image4.png"/><Relationship Id="rId10" Type="http://schemas.openxmlformats.org/officeDocument/2006/relationships/image" Target="../media/image70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56.jpeg"/><Relationship Id="rId5" Type="http://schemas.openxmlformats.org/officeDocument/2006/relationships/image" Target="../media/image4.png"/><Relationship Id="rId10" Type="http://schemas.openxmlformats.org/officeDocument/2006/relationships/image" Target="../media/image70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80.png"/><Relationship Id="rId5" Type="http://schemas.openxmlformats.org/officeDocument/2006/relationships/image" Target="../media/image4.png"/><Relationship Id="rId10" Type="http://schemas.openxmlformats.org/officeDocument/2006/relationships/image" Target="../media/image70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85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8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56.jpeg"/><Relationship Id="rId5" Type="http://schemas.openxmlformats.org/officeDocument/2006/relationships/image" Target="../media/image4.png"/><Relationship Id="rId15" Type="http://schemas.openxmlformats.org/officeDocument/2006/relationships/image" Target="../media/image87.jpeg"/><Relationship Id="rId10" Type="http://schemas.openxmlformats.org/officeDocument/2006/relationships/image" Target="../media/image7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86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56.jpeg"/><Relationship Id="rId5" Type="http://schemas.openxmlformats.org/officeDocument/2006/relationships/image" Target="../media/image4.png"/><Relationship Id="rId10" Type="http://schemas.openxmlformats.org/officeDocument/2006/relationships/image" Target="../media/image70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88.jpeg"/><Relationship Id="rId5" Type="http://schemas.openxmlformats.org/officeDocument/2006/relationships/image" Target="../media/image4.png"/><Relationship Id="rId10" Type="http://schemas.openxmlformats.org/officeDocument/2006/relationships/hyperlink" Target="https://www.youtube.com/watch?v=v4kUj9X61Vg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7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62.png"/><Relationship Id="rId5" Type="http://schemas.openxmlformats.org/officeDocument/2006/relationships/image" Target="../media/image4.png"/><Relationship Id="rId10" Type="http://schemas.openxmlformats.org/officeDocument/2006/relationships/image" Target="../media/image8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90.png"/><Relationship Id="rId5" Type="http://schemas.openxmlformats.org/officeDocument/2006/relationships/image" Target="../media/image4.png"/><Relationship Id="rId10" Type="http://schemas.openxmlformats.org/officeDocument/2006/relationships/image" Target="../media/image6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5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5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jpe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01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90.png"/><Relationship Id="rId5" Type="http://schemas.openxmlformats.org/officeDocument/2006/relationships/image" Target="../media/image4.png"/><Relationship Id="rId10" Type="http://schemas.openxmlformats.org/officeDocument/2006/relationships/image" Target="../media/image102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90.png"/><Relationship Id="rId5" Type="http://schemas.openxmlformats.org/officeDocument/2006/relationships/image" Target="../media/image4.png"/><Relationship Id="rId10" Type="http://schemas.openxmlformats.org/officeDocument/2006/relationships/image" Target="../media/image102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248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238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9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40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43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241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2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246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244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5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247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49" name="Rechteck"/>
          <p:cNvSpPr/>
          <p:nvPr/>
        </p:nvSpPr>
        <p:spPr>
          <a:xfrm flipH="1">
            <a:off x="-6241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50" name="Herzlich willkommen"/>
          <p:cNvSpPr txBox="1">
            <a:spLocks noGrp="1"/>
          </p:cNvSpPr>
          <p:nvPr>
            <p:ph type="title" idx="4294967295"/>
          </p:nvPr>
        </p:nvSpPr>
        <p:spPr>
          <a:xfrm>
            <a:off x="1635124" y="4833937"/>
            <a:ext cx="8910640" cy="2185993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Herzlich willkommen</a:t>
            </a:r>
          </a:p>
        </p:txBody>
      </p:sp>
      <p:pic>
        <p:nvPicPr>
          <p:cNvPr id="251" name="image52.png" descr="image5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1237" y="325435"/>
            <a:ext cx="2552706" cy="41148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image1.tif" descr="image1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790" y="2318174"/>
            <a:ext cx="2970385" cy="2475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image2.tif" descr="image2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037" y="2313094"/>
            <a:ext cx="2485486" cy="248548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image3.tif" descr="image3.t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381" y="2319328"/>
            <a:ext cx="2473017" cy="24730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268" name="Gruppieren"/>
          <p:cNvGrpSpPr/>
          <p:nvPr/>
        </p:nvGrpSpPr>
        <p:grpSpPr>
          <a:xfrm>
            <a:off x="-85" y="-99"/>
            <a:ext cx="12192021" cy="6863689"/>
            <a:chOff x="-42" y="-50"/>
            <a:chExt cx="12192020" cy="6863687"/>
          </a:xfrm>
        </p:grpSpPr>
        <p:pic>
          <p:nvPicPr>
            <p:cNvPr id="258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43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9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73" y="-47"/>
              <a:ext cx="4322075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0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46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63" name="Gruppieren"/>
            <p:cNvGrpSpPr/>
            <p:nvPr/>
          </p:nvGrpSpPr>
          <p:grpSpPr>
            <a:xfrm>
              <a:off x="688804" y="-50"/>
              <a:ext cx="10802134" cy="6857595"/>
              <a:chOff x="0" y="-1"/>
              <a:chExt cx="10802133" cy="6857593"/>
            </a:xfrm>
          </p:grpSpPr>
          <p:pic>
            <p:nvPicPr>
              <p:cNvPr id="261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0" y="-2"/>
                <a:ext cx="5401073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62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" y="-2"/>
                <a:ext cx="5401070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266" name="Gruppieren"/>
            <p:cNvGrpSpPr/>
            <p:nvPr/>
          </p:nvGrpSpPr>
          <p:grpSpPr>
            <a:xfrm>
              <a:off x="8759913" y="-51"/>
              <a:ext cx="3432065" cy="6857595"/>
              <a:chOff x="0" y="0"/>
              <a:chExt cx="3432064" cy="6857593"/>
            </a:xfrm>
          </p:grpSpPr>
          <p:pic>
            <p:nvPicPr>
              <p:cNvPr id="264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5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65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5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267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85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69" name="Rechteck"/>
          <p:cNvSpPr/>
          <p:nvPr/>
        </p:nvSpPr>
        <p:spPr>
          <a:xfrm>
            <a:off x="1506161" y="14306"/>
            <a:ext cx="10764927" cy="6829388"/>
          </a:xfrm>
          <a:prstGeom prst="rect">
            <a:avLst/>
          </a:prstGeom>
          <a:gradFill>
            <a:gsLst>
              <a:gs pos="0">
                <a:srgbClr val="000000">
                  <a:alpha val="39999"/>
                </a:srgbClr>
              </a:gs>
              <a:gs pos="21000">
                <a:srgbClr val="000000">
                  <a:alpha val="31599"/>
                </a:srgbClr>
              </a:gs>
              <a:gs pos="63000">
                <a:srgbClr val="000000">
                  <a:alpha val="14799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70" name="Die WELTNEUHEIT…"/>
          <p:cNvSpPr txBox="1"/>
          <p:nvPr/>
        </p:nvSpPr>
        <p:spPr>
          <a:xfrm>
            <a:off x="1668228" y="247381"/>
            <a:ext cx="8855542" cy="261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 defTabSz="457200">
              <a:defRPr sz="6500">
                <a:solidFill>
                  <a:srgbClr val="E4C322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Die WELTNEUHEIT</a:t>
            </a:r>
          </a:p>
          <a:p>
            <a:pPr algn="ctr" defTabSz="457200">
              <a:defRPr sz="1100">
                <a:solidFill>
                  <a:srgbClr val="E4C322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endParaRPr/>
          </a:p>
          <a:p>
            <a:pPr algn="ctr" defTabSz="457200">
              <a:defRPr sz="6500">
                <a:solidFill>
                  <a:srgbClr val="E4C322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AMBASSADOR</a:t>
            </a:r>
          </a:p>
        </p:txBody>
      </p:sp>
      <p:pic>
        <p:nvPicPr>
          <p:cNvPr id="271" name="image1.jpeg" descr="image1.jpeg"/>
          <p:cNvPicPr>
            <a:picLocks noChangeAspect="1"/>
          </p:cNvPicPr>
          <p:nvPr/>
        </p:nvPicPr>
        <p:blipFill>
          <a:blip r:embed="rId10"/>
          <a:srcRect l="1382" t="6883" r="3047" b="25570"/>
          <a:stretch>
            <a:fillRect/>
          </a:stretch>
        </p:blipFill>
        <p:spPr>
          <a:xfrm>
            <a:off x="3637711" y="3046888"/>
            <a:ext cx="4916043" cy="26050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5" h="21586" extrusionOk="0">
                <a:moveTo>
                  <a:pt x="9121" y="6"/>
                </a:moveTo>
                <a:cubicBezTo>
                  <a:pt x="3852" y="-13"/>
                  <a:pt x="1348" y="10"/>
                  <a:pt x="1134" y="82"/>
                </a:cubicBezTo>
                <a:cubicBezTo>
                  <a:pt x="983" y="133"/>
                  <a:pt x="888" y="190"/>
                  <a:pt x="763" y="302"/>
                </a:cubicBezTo>
                <a:cubicBezTo>
                  <a:pt x="638" y="414"/>
                  <a:pt x="396" y="724"/>
                  <a:pt x="361" y="818"/>
                </a:cubicBezTo>
                <a:cubicBezTo>
                  <a:pt x="348" y="853"/>
                  <a:pt x="306" y="949"/>
                  <a:pt x="267" y="1029"/>
                </a:cubicBezTo>
                <a:cubicBezTo>
                  <a:pt x="228" y="1109"/>
                  <a:pt x="195" y="1192"/>
                  <a:pt x="195" y="1210"/>
                </a:cubicBezTo>
                <a:cubicBezTo>
                  <a:pt x="195" y="1228"/>
                  <a:pt x="179" y="1288"/>
                  <a:pt x="159" y="1341"/>
                </a:cubicBezTo>
                <a:cubicBezTo>
                  <a:pt x="139" y="1395"/>
                  <a:pt x="98" y="1564"/>
                  <a:pt x="71" y="1716"/>
                </a:cubicBezTo>
                <a:cubicBezTo>
                  <a:pt x="28" y="1952"/>
                  <a:pt x="20" y="2081"/>
                  <a:pt x="10" y="2584"/>
                </a:cubicBezTo>
                <a:cubicBezTo>
                  <a:pt x="3" y="2909"/>
                  <a:pt x="-1" y="3191"/>
                  <a:pt x="0" y="3212"/>
                </a:cubicBezTo>
                <a:cubicBezTo>
                  <a:pt x="1" y="3232"/>
                  <a:pt x="8" y="3490"/>
                  <a:pt x="16" y="3785"/>
                </a:cubicBezTo>
                <a:cubicBezTo>
                  <a:pt x="23" y="4080"/>
                  <a:pt x="38" y="4346"/>
                  <a:pt x="49" y="4377"/>
                </a:cubicBezTo>
                <a:cubicBezTo>
                  <a:pt x="68" y="4430"/>
                  <a:pt x="76" y="4642"/>
                  <a:pt x="117" y="5965"/>
                </a:cubicBezTo>
                <a:cubicBezTo>
                  <a:pt x="151" y="7071"/>
                  <a:pt x="160" y="7239"/>
                  <a:pt x="178" y="7274"/>
                </a:cubicBezTo>
                <a:cubicBezTo>
                  <a:pt x="188" y="7293"/>
                  <a:pt x="195" y="7521"/>
                  <a:pt x="195" y="7780"/>
                </a:cubicBezTo>
                <a:cubicBezTo>
                  <a:pt x="195" y="8061"/>
                  <a:pt x="206" y="8294"/>
                  <a:pt x="220" y="8356"/>
                </a:cubicBezTo>
                <a:cubicBezTo>
                  <a:pt x="261" y="8541"/>
                  <a:pt x="277" y="9129"/>
                  <a:pt x="286" y="10710"/>
                </a:cubicBezTo>
                <a:cubicBezTo>
                  <a:pt x="291" y="11652"/>
                  <a:pt x="302" y="12277"/>
                  <a:pt x="314" y="12299"/>
                </a:cubicBezTo>
                <a:cubicBezTo>
                  <a:pt x="324" y="12319"/>
                  <a:pt x="333" y="12380"/>
                  <a:pt x="333" y="12437"/>
                </a:cubicBezTo>
                <a:cubicBezTo>
                  <a:pt x="333" y="12494"/>
                  <a:pt x="341" y="12573"/>
                  <a:pt x="350" y="12608"/>
                </a:cubicBezTo>
                <a:cubicBezTo>
                  <a:pt x="373" y="12693"/>
                  <a:pt x="411" y="12972"/>
                  <a:pt x="423" y="13134"/>
                </a:cubicBezTo>
                <a:cubicBezTo>
                  <a:pt x="428" y="13206"/>
                  <a:pt x="441" y="13294"/>
                  <a:pt x="451" y="13335"/>
                </a:cubicBezTo>
                <a:cubicBezTo>
                  <a:pt x="460" y="13376"/>
                  <a:pt x="472" y="13627"/>
                  <a:pt x="477" y="13891"/>
                </a:cubicBezTo>
                <a:cubicBezTo>
                  <a:pt x="495" y="14866"/>
                  <a:pt x="523" y="15108"/>
                  <a:pt x="646" y="15341"/>
                </a:cubicBezTo>
                <a:cubicBezTo>
                  <a:pt x="780" y="15596"/>
                  <a:pt x="722" y="15587"/>
                  <a:pt x="2074" y="15617"/>
                </a:cubicBezTo>
                <a:cubicBezTo>
                  <a:pt x="3391" y="15647"/>
                  <a:pt x="4219" y="15700"/>
                  <a:pt x="4409" y="15772"/>
                </a:cubicBezTo>
                <a:cubicBezTo>
                  <a:pt x="4462" y="15792"/>
                  <a:pt x="4482" y="15819"/>
                  <a:pt x="4482" y="15867"/>
                </a:cubicBezTo>
                <a:cubicBezTo>
                  <a:pt x="4482" y="15904"/>
                  <a:pt x="4490" y="15947"/>
                  <a:pt x="4501" y="15959"/>
                </a:cubicBezTo>
                <a:cubicBezTo>
                  <a:pt x="4512" y="15972"/>
                  <a:pt x="4522" y="16147"/>
                  <a:pt x="4522" y="16357"/>
                </a:cubicBezTo>
                <a:cubicBezTo>
                  <a:pt x="4523" y="16630"/>
                  <a:pt x="4531" y="16756"/>
                  <a:pt x="4552" y="16808"/>
                </a:cubicBezTo>
                <a:cubicBezTo>
                  <a:pt x="4574" y="16864"/>
                  <a:pt x="4579" y="17008"/>
                  <a:pt x="4579" y="17478"/>
                </a:cubicBezTo>
                <a:cubicBezTo>
                  <a:pt x="4579" y="17841"/>
                  <a:pt x="4587" y="18089"/>
                  <a:pt x="4599" y="18103"/>
                </a:cubicBezTo>
                <a:cubicBezTo>
                  <a:pt x="4610" y="18115"/>
                  <a:pt x="4620" y="18230"/>
                  <a:pt x="4620" y="18360"/>
                </a:cubicBezTo>
                <a:cubicBezTo>
                  <a:pt x="4620" y="18490"/>
                  <a:pt x="4628" y="18607"/>
                  <a:pt x="4639" y="18620"/>
                </a:cubicBezTo>
                <a:cubicBezTo>
                  <a:pt x="4650" y="18632"/>
                  <a:pt x="4658" y="18699"/>
                  <a:pt x="4658" y="18768"/>
                </a:cubicBezTo>
                <a:cubicBezTo>
                  <a:pt x="4658" y="18837"/>
                  <a:pt x="4666" y="18903"/>
                  <a:pt x="4677" y="18916"/>
                </a:cubicBezTo>
                <a:cubicBezTo>
                  <a:pt x="4688" y="18928"/>
                  <a:pt x="4698" y="19012"/>
                  <a:pt x="4698" y="19103"/>
                </a:cubicBezTo>
                <a:cubicBezTo>
                  <a:pt x="4698" y="19194"/>
                  <a:pt x="4710" y="19329"/>
                  <a:pt x="4726" y="19402"/>
                </a:cubicBezTo>
                <a:cubicBezTo>
                  <a:pt x="4742" y="19474"/>
                  <a:pt x="4755" y="19641"/>
                  <a:pt x="4755" y="19771"/>
                </a:cubicBezTo>
                <a:cubicBezTo>
                  <a:pt x="4755" y="19901"/>
                  <a:pt x="4767" y="20037"/>
                  <a:pt x="4780" y="20077"/>
                </a:cubicBezTo>
                <a:cubicBezTo>
                  <a:pt x="4799" y="20133"/>
                  <a:pt x="4799" y="20185"/>
                  <a:pt x="4780" y="20317"/>
                </a:cubicBezTo>
                <a:cubicBezTo>
                  <a:pt x="4750" y="20530"/>
                  <a:pt x="4751" y="20728"/>
                  <a:pt x="4782" y="20892"/>
                </a:cubicBezTo>
                <a:cubicBezTo>
                  <a:pt x="4815" y="21071"/>
                  <a:pt x="4821" y="21086"/>
                  <a:pt x="4914" y="21208"/>
                </a:cubicBezTo>
                <a:lnTo>
                  <a:pt x="4998" y="21316"/>
                </a:lnTo>
                <a:lnTo>
                  <a:pt x="6388" y="21346"/>
                </a:lnTo>
                <a:cubicBezTo>
                  <a:pt x="7154" y="21362"/>
                  <a:pt x="9043" y="21382"/>
                  <a:pt x="10588" y="21392"/>
                </a:cubicBezTo>
                <a:cubicBezTo>
                  <a:pt x="12133" y="21402"/>
                  <a:pt x="13440" y="21424"/>
                  <a:pt x="13494" y="21441"/>
                </a:cubicBezTo>
                <a:cubicBezTo>
                  <a:pt x="13547" y="21459"/>
                  <a:pt x="14112" y="21477"/>
                  <a:pt x="14746" y="21481"/>
                </a:cubicBezTo>
                <a:cubicBezTo>
                  <a:pt x="15475" y="21485"/>
                  <a:pt x="15916" y="21503"/>
                  <a:pt x="15948" y="21527"/>
                </a:cubicBezTo>
                <a:cubicBezTo>
                  <a:pt x="15978" y="21549"/>
                  <a:pt x="16063" y="21553"/>
                  <a:pt x="16147" y="21540"/>
                </a:cubicBezTo>
                <a:cubicBezTo>
                  <a:pt x="16228" y="21528"/>
                  <a:pt x="16320" y="21534"/>
                  <a:pt x="16352" y="21553"/>
                </a:cubicBezTo>
                <a:cubicBezTo>
                  <a:pt x="16390" y="21575"/>
                  <a:pt x="17256" y="21585"/>
                  <a:pt x="18131" y="21586"/>
                </a:cubicBezTo>
                <a:cubicBezTo>
                  <a:pt x="19005" y="21587"/>
                  <a:pt x="19888" y="21577"/>
                  <a:pt x="19954" y="21556"/>
                </a:cubicBezTo>
                <a:cubicBezTo>
                  <a:pt x="20206" y="21473"/>
                  <a:pt x="20371" y="21362"/>
                  <a:pt x="20568" y="21145"/>
                </a:cubicBezTo>
                <a:cubicBezTo>
                  <a:pt x="20730" y="20965"/>
                  <a:pt x="20745" y="20938"/>
                  <a:pt x="20907" y="20586"/>
                </a:cubicBezTo>
                <a:cubicBezTo>
                  <a:pt x="21033" y="20313"/>
                  <a:pt x="21137" y="19983"/>
                  <a:pt x="21137" y="19856"/>
                </a:cubicBezTo>
                <a:cubicBezTo>
                  <a:pt x="21137" y="19824"/>
                  <a:pt x="21146" y="19784"/>
                  <a:pt x="21155" y="19764"/>
                </a:cubicBezTo>
                <a:cubicBezTo>
                  <a:pt x="21237" y="19595"/>
                  <a:pt x="21260" y="18859"/>
                  <a:pt x="21305" y="15127"/>
                </a:cubicBezTo>
                <a:cubicBezTo>
                  <a:pt x="21311" y="14649"/>
                  <a:pt x="21324" y="14246"/>
                  <a:pt x="21334" y="14226"/>
                </a:cubicBezTo>
                <a:cubicBezTo>
                  <a:pt x="21346" y="14205"/>
                  <a:pt x="21353" y="13805"/>
                  <a:pt x="21353" y="13256"/>
                </a:cubicBezTo>
                <a:cubicBezTo>
                  <a:pt x="21353" y="12621"/>
                  <a:pt x="21361" y="12291"/>
                  <a:pt x="21376" y="12220"/>
                </a:cubicBezTo>
                <a:cubicBezTo>
                  <a:pt x="21399" y="12120"/>
                  <a:pt x="21404" y="11884"/>
                  <a:pt x="21451" y="9217"/>
                </a:cubicBezTo>
                <a:cubicBezTo>
                  <a:pt x="21461" y="8638"/>
                  <a:pt x="21478" y="7832"/>
                  <a:pt x="21489" y="7425"/>
                </a:cubicBezTo>
                <a:cubicBezTo>
                  <a:pt x="21499" y="7019"/>
                  <a:pt x="21518" y="6263"/>
                  <a:pt x="21526" y="5745"/>
                </a:cubicBezTo>
                <a:cubicBezTo>
                  <a:pt x="21535" y="5186"/>
                  <a:pt x="21552" y="4747"/>
                  <a:pt x="21566" y="4666"/>
                </a:cubicBezTo>
                <a:cubicBezTo>
                  <a:pt x="21599" y="4479"/>
                  <a:pt x="21585" y="2580"/>
                  <a:pt x="21550" y="2344"/>
                </a:cubicBezTo>
                <a:cubicBezTo>
                  <a:pt x="21536" y="2253"/>
                  <a:pt x="21518" y="2119"/>
                  <a:pt x="21507" y="2048"/>
                </a:cubicBezTo>
                <a:cubicBezTo>
                  <a:pt x="21483" y="1888"/>
                  <a:pt x="21456" y="1771"/>
                  <a:pt x="21407" y="1604"/>
                </a:cubicBezTo>
                <a:cubicBezTo>
                  <a:pt x="21386" y="1532"/>
                  <a:pt x="21365" y="1445"/>
                  <a:pt x="21359" y="1410"/>
                </a:cubicBezTo>
                <a:cubicBezTo>
                  <a:pt x="21353" y="1374"/>
                  <a:pt x="21341" y="1348"/>
                  <a:pt x="21331" y="1348"/>
                </a:cubicBezTo>
                <a:cubicBezTo>
                  <a:pt x="21321" y="1348"/>
                  <a:pt x="21313" y="1323"/>
                  <a:pt x="21313" y="1292"/>
                </a:cubicBezTo>
                <a:cubicBezTo>
                  <a:pt x="21313" y="1208"/>
                  <a:pt x="21022" y="664"/>
                  <a:pt x="20928" y="575"/>
                </a:cubicBezTo>
                <a:cubicBezTo>
                  <a:pt x="20883" y="532"/>
                  <a:pt x="20842" y="483"/>
                  <a:pt x="20836" y="463"/>
                </a:cubicBezTo>
                <a:cubicBezTo>
                  <a:pt x="20830" y="444"/>
                  <a:pt x="20774" y="393"/>
                  <a:pt x="20712" y="351"/>
                </a:cubicBezTo>
                <a:cubicBezTo>
                  <a:pt x="20651" y="308"/>
                  <a:pt x="20582" y="257"/>
                  <a:pt x="20561" y="239"/>
                </a:cubicBezTo>
                <a:cubicBezTo>
                  <a:pt x="20474" y="166"/>
                  <a:pt x="20378" y="114"/>
                  <a:pt x="20266" y="78"/>
                </a:cubicBezTo>
                <a:cubicBezTo>
                  <a:pt x="20191" y="53"/>
                  <a:pt x="19144" y="37"/>
                  <a:pt x="17321" y="32"/>
                </a:cubicBezTo>
                <a:cubicBezTo>
                  <a:pt x="15766" y="27"/>
                  <a:pt x="12076" y="17"/>
                  <a:pt x="9121" y="6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1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284" name="Gruppieren"/>
          <p:cNvGrpSpPr/>
          <p:nvPr/>
        </p:nvGrpSpPr>
        <p:grpSpPr>
          <a:xfrm>
            <a:off x="-85" y="-99"/>
            <a:ext cx="12192021" cy="6863689"/>
            <a:chOff x="-42" y="-50"/>
            <a:chExt cx="12192020" cy="6863687"/>
          </a:xfrm>
        </p:grpSpPr>
        <p:pic>
          <p:nvPicPr>
            <p:cNvPr id="274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43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5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73" y="-47"/>
              <a:ext cx="4322075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6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46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79" name="Gruppieren"/>
            <p:cNvGrpSpPr/>
            <p:nvPr/>
          </p:nvGrpSpPr>
          <p:grpSpPr>
            <a:xfrm>
              <a:off x="688804" y="-50"/>
              <a:ext cx="10802134" cy="6857595"/>
              <a:chOff x="0" y="-1"/>
              <a:chExt cx="10802133" cy="6857593"/>
            </a:xfrm>
          </p:grpSpPr>
          <p:pic>
            <p:nvPicPr>
              <p:cNvPr id="277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0" y="-2"/>
                <a:ext cx="5401073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78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" y="-2"/>
                <a:ext cx="5401070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282" name="Gruppieren"/>
            <p:cNvGrpSpPr/>
            <p:nvPr/>
          </p:nvGrpSpPr>
          <p:grpSpPr>
            <a:xfrm>
              <a:off x="8759913" y="-51"/>
              <a:ext cx="3432065" cy="6857595"/>
              <a:chOff x="0" y="0"/>
              <a:chExt cx="3432064" cy="6857593"/>
            </a:xfrm>
          </p:grpSpPr>
          <p:pic>
            <p:nvPicPr>
              <p:cNvPr id="280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5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1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5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283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85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87" name="Gruppieren"/>
          <p:cNvGrpSpPr/>
          <p:nvPr/>
        </p:nvGrpSpPr>
        <p:grpSpPr>
          <a:xfrm>
            <a:off x="1325915" y="1095745"/>
            <a:ext cx="10764936" cy="6829396"/>
            <a:chOff x="-1" y="0"/>
            <a:chExt cx="10764935" cy="6829394"/>
          </a:xfrm>
        </p:grpSpPr>
        <p:sp>
          <p:nvSpPr>
            <p:cNvPr id="285" name="Rechteck"/>
            <p:cNvSpPr/>
            <p:nvPr/>
          </p:nvSpPr>
          <p:spPr>
            <a:xfrm>
              <a:off x="-2" y="-1"/>
              <a:ext cx="10764935" cy="6829395"/>
            </a:xfrm>
            <a:prstGeom prst="rect">
              <a:avLst/>
            </a:prstGeom>
            <a:gradFill flip="none" rotWithShape="1">
              <a:gsLst>
                <a:gs pos="0">
                  <a:srgbClr val="000000">
                    <a:alpha val="39999"/>
                  </a:srgbClr>
                </a:gs>
                <a:gs pos="21000">
                  <a:srgbClr val="000000">
                    <a:alpha val="31599"/>
                  </a:srgbClr>
                </a:gs>
                <a:gs pos="63000">
                  <a:srgbClr val="000000">
                    <a:alpha val="14799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86" name="Ziel der Sono Direkt ist es,…"/>
            <p:cNvSpPr txBox="1"/>
            <p:nvPr/>
          </p:nvSpPr>
          <p:spPr>
            <a:xfrm>
              <a:off x="-1" y="2670478"/>
              <a:ext cx="10764935" cy="1488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t>Ziel der Sono Direkt ist es,</a:t>
              </a:r>
            </a:p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t>ältere Ölheizungen und Fahrzeuge</a:t>
              </a:r>
            </a:p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t>mit neuen Technologien zu optimieren</a:t>
              </a:r>
            </a:p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t>Im Fahrzeugbereich arbeiten wir mit Nanopartikel </a:t>
              </a:r>
            </a:p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t>und im Heizungsbereich mit neuester elektronischer Technologie</a:t>
              </a:r>
            </a:p>
          </p:txBody>
        </p:sp>
      </p:grpSp>
      <p:sp>
        <p:nvSpPr>
          <p:cNvPr id="288" name="Sono-Direkt Handel Ltd.  Unternehmen seit 2008  vertreten durch Michael Spies  unterstützt durch Vertriebspartner in DE, BE, A, CH"/>
          <p:cNvSpPr txBox="1">
            <a:spLocks noGrp="1"/>
          </p:cNvSpPr>
          <p:nvPr>
            <p:ph type="title" idx="4294967295"/>
          </p:nvPr>
        </p:nvSpPr>
        <p:spPr>
          <a:xfrm>
            <a:off x="629867" y="-273061"/>
            <a:ext cx="4770446" cy="3200407"/>
          </a:xfrm>
          <a:prstGeom prst="rect">
            <a:avLst/>
          </a:prstGeom>
        </p:spPr>
        <p:txBody>
          <a:bodyPr anchor="b"/>
          <a:lstStyle/>
          <a:p>
            <a:pPr defTabSz="676655">
              <a:defRPr sz="2300" b="1">
                <a:latin typeface="+mn-lt"/>
                <a:ea typeface="+mn-ea"/>
                <a:cs typeface="+mn-cs"/>
                <a:sym typeface="Helvetica"/>
              </a:defRPr>
            </a:pPr>
            <a:br/>
            <a:br/>
            <a:r>
              <a:t>Sono-Direkt Handel Ltd.</a:t>
            </a:r>
            <a:br/>
            <a:br/>
            <a:r>
              <a:rPr sz="1700" b="0">
                <a:latin typeface="Calibri"/>
                <a:ea typeface="Calibri"/>
                <a:cs typeface="Calibri"/>
                <a:sym typeface="Calibri"/>
              </a:rPr>
              <a:t>Unternehmen seit 2008</a:t>
            </a:r>
            <a:br>
              <a:rPr sz="1700" b="0">
                <a:latin typeface="Calibri"/>
                <a:ea typeface="Calibri"/>
                <a:cs typeface="Calibri"/>
                <a:sym typeface="Calibri"/>
              </a:rPr>
            </a:br>
            <a:br>
              <a:rPr sz="1700" b="0">
                <a:latin typeface="Calibri"/>
                <a:ea typeface="Calibri"/>
                <a:cs typeface="Calibri"/>
                <a:sym typeface="Calibri"/>
              </a:rPr>
            </a:br>
            <a:r>
              <a:rPr sz="1700" b="0">
                <a:latin typeface="Calibri"/>
                <a:ea typeface="Calibri"/>
                <a:cs typeface="Calibri"/>
                <a:sym typeface="Calibri"/>
              </a:rPr>
              <a:t>vertreten durch Michael Spies</a:t>
            </a:r>
            <a:br>
              <a:rPr sz="1700" b="0">
                <a:latin typeface="Calibri"/>
                <a:ea typeface="Calibri"/>
                <a:cs typeface="Calibri"/>
                <a:sym typeface="Calibri"/>
              </a:rPr>
            </a:br>
            <a:br>
              <a:rPr sz="1700" b="0">
                <a:latin typeface="Calibri"/>
                <a:ea typeface="Calibri"/>
                <a:cs typeface="Calibri"/>
                <a:sym typeface="Calibri"/>
              </a:rPr>
            </a:br>
            <a:r>
              <a:rPr sz="1700" b="0">
                <a:latin typeface="Calibri"/>
                <a:ea typeface="Calibri"/>
                <a:cs typeface="Calibri"/>
                <a:sym typeface="Calibri"/>
              </a:rPr>
              <a:t>unterstützt durch Vertriebspartner in DE, BE, A, CH</a:t>
            </a:r>
            <a:br>
              <a:rPr sz="1700" b="0">
                <a:latin typeface="Calibri"/>
                <a:ea typeface="Calibri"/>
                <a:cs typeface="Calibri"/>
                <a:sym typeface="Calibri"/>
              </a:rPr>
            </a:br>
            <a:endParaRPr sz="1700" b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image52.png" descr="image5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316" y="244443"/>
            <a:ext cx="2879791" cy="4642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302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292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3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4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97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295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96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00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298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99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01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03" name="image2.jpeg" descr="image2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100" y="519112"/>
            <a:ext cx="6096000" cy="3429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4" name="image3.jpeg" descr="image3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5425" y="2894009"/>
            <a:ext cx="6365875" cy="35814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317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307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8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9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12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310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11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15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313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14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16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18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319" name="image4.jpeg" descr="image4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857250"/>
            <a:ext cx="9144001" cy="5143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332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322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3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4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27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325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26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30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328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29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31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3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334" name="image5.jpeg" descr="image5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3775" y="3228975"/>
            <a:ext cx="4864102" cy="273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image53.png" descr="image5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635000"/>
            <a:ext cx="6392863" cy="5427665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Ich hab doch alles und…"/>
          <p:cNvSpPr txBox="1">
            <a:spLocks noGrp="1"/>
          </p:cNvSpPr>
          <p:nvPr>
            <p:ph type="body" sz="quarter" idx="4294967295"/>
          </p:nvPr>
        </p:nvSpPr>
        <p:spPr>
          <a:xfrm>
            <a:off x="2026415" y="1562078"/>
            <a:ext cx="4317713" cy="2357186"/>
          </a:xfrm>
          <a:prstGeom prst="rect">
            <a:avLst/>
          </a:prstGeom>
        </p:spPr>
        <p:txBody>
          <a:bodyPr/>
          <a:lstStyle/>
          <a:p>
            <a:pPr marL="0" indent="0" algn="ctr" defTabSz="813816">
              <a:spcBef>
                <a:spcPts val="800"/>
              </a:spcBef>
              <a:buSzTx/>
              <a:buNone/>
              <a:defRPr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Ich hab doch alles und </a:t>
            </a:r>
          </a:p>
          <a:p>
            <a:pPr marL="0" indent="0" algn="ctr" defTabSz="813816">
              <a:spcBef>
                <a:spcPts val="800"/>
              </a:spcBef>
              <a:buSzTx/>
              <a:buNone/>
              <a:defRPr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es funktioniert. </a:t>
            </a:r>
          </a:p>
          <a:p>
            <a:pPr marL="0" indent="0" algn="ctr" defTabSz="813816">
              <a:spcBef>
                <a:spcPts val="800"/>
              </a:spcBef>
              <a:buSzTx/>
              <a:buNone/>
              <a:defRPr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Warum soll ich denn jetzt schon wieder investieren??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349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339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0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1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44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342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43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47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345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46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48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50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351" name="image5.jpeg" descr="image5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3775" y="3228975"/>
            <a:ext cx="4864102" cy="273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2" name="image54.png" descr="image5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0" y="203200"/>
            <a:ext cx="7119940" cy="6451600"/>
          </a:xfrm>
          <a:prstGeom prst="rect">
            <a:avLst/>
          </a:prstGeom>
          <a:ln w="12700">
            <a:miter lim="400000"/>
          </a:ln>
        </p:spPr>
      </p:pic>
      <p:sp>
        <p:nvSpPr>
          <p:cNvPr id="353" name="Einen Kredit aufnehmen für eine Wärmepumpe? Und dann heize ich im Winter teuer mit Strom und bin komplett abhängig?…"/>
          <p:cNvSpPr txBox="1"/>
          <p:nvPr/>
        </p:nvSpPr>
        <p:spPr>
          <a:xfrm>
            <a:off x="597927" y="1209480"/>
            <a:ext cx="4831399" cy="3625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125000"/>
              </a:lnSpc>
              <a:spcBef>
                <a:spcPts val="1000"/>
              </a:spcBef>
              <a:defRPr sz="26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Einen Kredit aufnehmen für eine Wärmepumpe? Und dann heize ich im Winter teuer mit Strom und bin komplett abhängig?</a:t>
            </a:r>
            <a:endParaRPr sz="1700"/>
          </a:p>
          <a:p>
            <a:pPr algn="ctr">
              <a:lnSpc>
                <a:spcPct val="125000"/>
              </a:lnSpc>
              <a:spcBef>
                <a:spcPts val="1000"/>
              </a:spcBef>
              <a:defRPr sz="26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Ja, gehts noch??</a:t>
            </a:r>
          </a:p>
        </p:txBody>
      </p:sp>
      <p:pic>
        <p:nvPicPr>
          <p:cNvPr id="354" name="image53.png" descr="image5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0380" y="135822"/>
            <a:ext cx="6392869" cy="5427668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Das sollen doch meine Erben machen, denen empfehle ich natürlich den…"/>
          <p:cNvSpPr txBox="1"/>
          <p:nvPr/>
        </p:nvSpPr>
        <p:spPr>
          <a:xfrm>
            <a:off x="7672485" y="1274075"/>
            <a:ext cx="3280563" cy="218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4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Das sollen doch meine Erben machen, denen empfehle ich natürlich den </a:t>
            </a:r>
          </a:p>
          <a:p>
            <a:pPr algn="ctr">
              <a:defRPr sz="24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Ambassador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" grpId="1" animBg="1" advAuto="0"/>
      <p:bldP spid="355" grpId="2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368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358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9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60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63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361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62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66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364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65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67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69" name="Rechteck"/>
          <p:cNvSpPr/>
          <p:nvPr/>
        </p:nvSpPr>
        <p:spPr>
          <a:xfrm flipH="1">
            <a:off x="821528" y="141617"/>
            <a:ext cx="12192006" cy="6858001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70" name="Dazu kommt der anhaltende Druck der Energiewende…"/>
          <p:cNvSpPr txBox="1"/>
          <p:nvPr/>
        </p:nvSpPr>
        <p:spPr>
          <a:xfrm>
            <a:off x="2847913" y="1671546"/>
            <a:ext cx="6801551" cy="760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Dazu kommt der anhaltende Druck der Energiewende </a:t>
            </a:r>
          </a:p>
          <a:p>
            <a:pPr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(E-Autos, alte Heizung raus- Wärmepumpe rein etc.)</a:t>
            </a:r>
          </a:p>
        </p:txBody>
      </p:sp>
      <p:pic>
        <p:nvPicPr>
          <p:cNvPr id="371" name="image5.jpeg" descr="image5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3775" y="3228975"/>
            <a:ext cx="4864102" cy="2730500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Ich hab doch alles und…"/>
          <p:cNvSpPr txBox="1">
            <a:spLocks noGrp="1"/>
          </p:cNvSpPr>
          <p:nvPr>
            <p:ph type="body" sz="quarter" idx="4294967295"/>
          </p:nvPr>
        </p:nvSpPr>
        <p:spPr>
          <a:xfrm>
            <a:off x="1785935" y="1546225"/>
            <a:ext cx="4922840" cy="3362325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2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Ich hab doch alles und </a:t>
            </a:r>
          </a:p>
          <a:p>
            <a:pPr marL="0" indent="0" algn="ctr">
              <a:buSzTx/>
              <a:buNone/>
              <a:defRPr sz="2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es funktioniert. </a:t>
            </a:r>
          </a:p>
          <a:p>
            <a:pPr marL="0" indent="0" algn="ctr">
              <a:buSzTx/>
              <a:buNone/>
              <a:defRPr sz="2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Warum soll ich denn jetzt schon wieder investieren??</a:t>
            </a:r>
          </a:p>
        </p:txBody>
      </p:sp>
      <p:sp>
        <p:nvSpPr>
          <p:cNvPr id="373" name="Einen Kredit aufnehmen für eine Wärmepumpe? Und dann heize ich im Winter teuer mit Strom und bin komplett abhängig?…"/>
          <p:cNvSpPr txBox="1"/>
          <p:nvPr/>
        </p:nvSpPr>
        <p:spPr>
          <a:xfrm>
            <a:off x="4501832" y="1501774"/>
            <a:ext cx="4831403" cy="3625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125000"/>
              </a:lnSpc>
              <a:spcBef>
                <a:spcPts val="1000"/>
              </a:spcBef>
              <a:defRPr sz="26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Einen Kredit aufnehmen für eine Wärmepumpe? Und dann heize ich im Winter teuer mit Strom und bin komplett abhängig?</a:t>
            </a:r>
            <a:endParaRPr sz="1700"/>
          </a:p>
          <a:p>
            <a:pPr algn="ctr">
              <a:lnSpc>
                <a:spcPct val="125000"/>
              </a:lnSpc>
              <a:spcBef>
                <a:spcPts val="1000"/>
              </a:spcBef>
              <a:defRPr sz="26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Ja, gehts noch??</a:t>
            </a:r>
          </a:p>
        </p:txBody>
      </p:sp>
      <p:pic>
        <p:nvPicPr>
          <p:cNvPr id="374" name="image55.png" descr="image5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9680" y="142634"/>
            <a:ext cx="9338027" cy="6572733"/>
          </a:xfrm>
          <a:prstGeom prst="rect">
            <a:avLst/>
          </a:prstGeom>
          <a:ln w="12700">
            <a:miter lim="400000"/>
          </a:ln>
        </p:spPr>
      </p:pic>
      <p:sp>
        <p:nvSpPr>
          <p:cNvPr id="375" name="M i r reichts !…"/>
          <p:cNvSpPr txBox="1"/>
          <p:nvPr/>
        </p:nvSpPr>
        <p:spPr>
          <a:xfrm>
            <a:off x="2100851" y="1238249"/>
            <a:ext cx="7395210" cy="4152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125000"/>
              </a:lnSpc>
              <a:spcBef>
                <a:spcPts val="1000"/>
              </a:spcBef>
              <a:defRPr sz="4400" b="1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M i r reichts !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  <a:defRPr sz="4400" b="1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Ich mache 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  <a:defRPr sz="4400" b="1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nicht 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  <a:defRPr sz="4400" b="1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alles mit !!!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388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378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9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0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83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381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82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86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384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85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87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89" name="Rechteck"/>
          <p:cNvSpPr/>
          <p:nvPr/>
        </p:nvSpPr>
        <p:spPr>
          <a:xfrm flipH="1">
            <a:off x="-118487" y="0"/>
            <a:ext cx="12192006" cy="6858001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90" name="Wir auch nicht!  Und deshalb sind wir da!"/>
          <p:cNvSpPr txBox="1">
            <a:spLocks noGrp="1"/>
          </p:cNvSpPr>
          <p:nvPr>
            <p:ph type="title" idx="4294967295"/>
          </p:nvPr>
        </p:nvSpPr>
        <p:spPr>
          <a:xfrm>
            <a:off x="1693858" y="1798634"/>
            <a:ext cx="8910644" cy="2185992"/>
          </a:xfrm>
          <a:prstGeom prst="rect">
            <a:avLst/>
          </a:prstGeom>
        </p:spPr>
        <p:txBody>
          <a:bodyPr/>
          <a:lstStyle/>
          <a:p>
            <a:pPr algn="ctr">
              <a:defRPr sz="4000">
                <a:latin typeface="Calibri"/>
                <a:ea typeface="Calibri"/>
                <a:cs typeface="Calibri"/>
                <a:sym typeface="Calibri"/>
              </a:defRPr>
            </a:pPr>
            <a:r>
              <a:t>Wir auch nicht!</a:t>
            </a:r>
            <a:br/>
            <a:br/>
            <a:r>
              <a:t>Und deshalb sind wir da!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403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393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4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95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98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396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97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401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399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00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02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04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05" name="Diesem ganzen Desaster wirken wir entgegen mit innovativen Technologien – und zwar  ohne Komfortverlust!"/>
          <p:cNvSpPr txBox="1">
            <a:spLocks noGrp="1"/>
          </p:cNvSpPr>
          <p:nvPr>
            <p:ph type="title" idx="4294967295"/>
          </p:nvPr>
        </p:nvSpPr>
        <p:spPr>
          <a:xfrm>
            <a:off x="1173161" y="539750"/>
            <a:ext cx="9917115" cy="3359150"/>
          </a:xfrm>
          <a:prstGeom prst="rect">
            <a:avLst/>
          </a:prstGeom>
        </p:spPr>
        <p:txBody>
          <a:bodyPr anchor="b"/>
          <a:lstStyle/>
          <a:p>
            <a:pPr algn="ctr">
              <a:defRPr sz="4000">
                <a:latin typeface="Calibri"/>
                <a:ea typeface="Calibri"/>
                <a:cs typeface="Calibri"/>
                <a:sym typeface="Calibri"/>
              </a:defRPr>
            </a:pPr>
            <a:r>
              <a:t>Diesem ganzen Desaster wirken wir entgegen mit innovativen Technologien – und zwar </a:t>
            </a:r>
            <a:br/>
            <a:r>
              <a:t>ohne Komfortverlust!</a:t>
            </a:r>
            <a:br/>
            <a:br/>
            <a:endParaRPr/>
          </a:p>
        </p:txBody>
      </p:sp>
      <p:pic>
        <p:nvPicPr>
          <p:cNvPr id="406" name="image54.png" descr="image54.png"/>
          <p:cNvPicPr>
            <a:picLocks noChangeAspect="1"/>
          </p:cNvPicPr>
          <p:nvPr/>
        </p:nvPicPr>
        <p:blipFill>
          <a:blip r:embed="rId10"/>
          <a:srcRect b="3"/>
          <a:stretch>
            <a:fillRect/>
          </a:stretch>
        </p:blipFill>
        <p:spPr>
          <a:xfrm>
            <a:off x="7553321" y="2974481"/>
            <a:ext cx="3782253" cy="3431082"/>
          </a:xfrm>
          <a:prstGeom prst="rect">
            <a:avLst/>
          </a:prstGeom>
          <a:ln w="12700">
            <a:miter lim="400000"/>
          </a:ln>
        </p:spPr>
      </p:pic>
      <p:sp>
        <p:nvSpPr>
          <p:cNvPr id="407" name="Sparen ohne Verlust der Lebensqualität wäre ein Traum..."/>
          <p:cNvSpPr txBox="1"/>
          <p:nvPr/>
        </p:nvSpPr>
        <p:spPr>
          <a:xfrm>
            <a:off x="7873806" y="3408526"/>
            <a:ext cx="2656528" cy="1767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r>
              <a:t>Sparen ohne Verlust der Lebensqualität wäre ein Traum...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420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410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1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2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15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413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14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418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416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17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19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21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22" name="Das bedeutet jeder 3. Besitzer eines älteren Fahrzeugs  hat auch eine ältere Ölheizung."/>
          <p:cNvSpPr txBox="1">
            <a:spLocks noGrp="1"/>
          </p:cNvSpPr>
          <p:nvPr>
            <p:ph type="title" idx="4294967295"/>
          </p:nvPr>
        </p:nvSpPr>
        <p:spPr>
          <a:xfrm>
            <a:off x="3175" y="4833937"/>
            <a:ext cx="12185650" cy="2185993"/>
          </a:xfrm>
          <a:prstGeom prst="rect">
            <a:avLst/>
          </a:prstGeom>
        </p:spPr>
        <p:txBody>
          <a:bodyPr/>
          <a:lstStyle/>
          <a:p>
            <a:pPr algn="ctr"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t>Das bedeutet jeder 3. Besitzer eines älteren Fahrzeugs </a:t>
            </a:r>
            <a:br/>
            <a:r>
              <a:t>hat auch eine ältere Ölheizung.</a:t>
            </a:r>
          </a:p>
        </p:txBody>
      </p:sp>
      <p:sp>
        <p:nvSpPr>
          <p:cNvPr id="423" name="Oval"/>
          <p:cNvSpPr/>
          <p:nvPr/>
        </p:nvSpPr>
        <p:spPr>
          <a:xfrm>
            <a:off x="3586162" y="2539999"/>
            <a:ext cx="2513023" cy="1951043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4D53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24" name="Oval"/>
          <p:cNvSpPr/>
          <p:nvPr/>
        </p:nvSpPr>
        <p:spPr>
          <a:xfrm>
            <a:off x="5537198" y="2044700"/>
            <a:ext cx="3489331" cy="2581276"/>
          </a:xfrm>
          <a:prstGeom prst="ellipse">
            <a:avLst/>
          </a:prstGeom>
          <a:solidFill>
            <a:srgbClr val="92D050"/>
          </a:solidFill>
          <a:ln w="12700">
            <a:solidFill>
              <a:srgbClr val="004D53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25" name="Fahrzeuge mit über 100.000 km Laufleistung"/>
          <p:cNvSpPr txBox="1"/>
          <p:nvPr/>
        </p:nvSpPr>
        <p:spPr>
          <a:xfrm>
            <a:off x="6138545" y="2867025"/>
            <a:ext cx="2378714" cy="929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Fahrzeuge mit über 100.000 km Laufleistung</a:t>
            </a:r>
          </a:p>
        </p:txBody>
      </p:sp>
      <p:sp>
        <p:nvSpPr>
          <p:cNvPr id="426" name="Ölbrenner bis ca. 2006"/>
          <p:cNvSpPr txBox="1"/>
          <p:nvPr/>
        </p:nvSpPr>
        <p:spPr>
          <a:xfrm>
            <a:off x="3884295" y="3148009"/>
            <a:ext cx="1629414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Ölbrenner bis ca. 2006</a:t>
            </a:r>
          </a:p>
        </p:txBody>
      </p:sp>
      <p:sp>
        <p:nvSpPr>
          <p:cNvPr id="427" name="Alleine in Deutschland gibt es…"/>
          <p:cNvSpPr txBox="1"/>
          <p:nvPr/>
        </p:nvSpPr>
        <p:spPr>
          <a:xfrm>
            <a:off x="121920" y="668337"/>
            <a:ext cx="12094210" cy="95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Alleine in Deutschland gibt es</a:t>
            </a:r>
            <a:endParaRPr sz="6000">
              <a:latin typeface="Times Roman"/>
              <a:ea typeface="Times Roman"/>
              <a:cs typeface="Times Roman"/>
              <a:sym typeface="Times Roman"/>
            </a:endParaRPr>
          </a:p>
          <a:p>
            <a:pPr algn="ctr">
              <a:lnSpc>
                <a:spcPct val="90000"/>
              </a:lnSpc>
              <a:defRPr sz="3200">
                <a:solidFill>
                  <a:srgbClr val="FFFB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20 Mio. ältere Fahrzeuge</a:t>
            </a:r>
            <a:r>
              <a:rPr>
                <a:solidFill>
                  <a:srgbClr val="FFFFFF"/>
                </a:solidFill>
              </a:rPr>
              <a:t> und über </a:t>
            </a:r>
            <a:r>
              <a:t>6 Mio. ältere Ölheizungen</a:t>
            </a:r>
          </a:p>
        </p:txBody>
      </p:sp>
      <p:sp>
        <p:nvSpPr>
          <p:cNvPr id="428" name="Verhältnis 1:3"/>
          <p:cNvSpPr txBox="1"/>
          <p:nvPr/>
        </p:nvSpPr>
        <p:spPr>
          <a:xfrm>
            <a:off x="5149532" y="3670301"/>
            <a:ext cx="2300929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B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Verhältnis 1:3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image6.jpeg" descr="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27" y="-3896868"/>
            <a:ext cx="6031875" cy="14909222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" name="image7.jpeg" descr="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932" y="-4138"/>
            <a:ext cx="5207004" cy="36957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image8.jpeg" descr="image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33" y="3813788"/>
            <a:ext cx="4445005" cy="28575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image9.jpeg" descr="image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17" y="-47245"/>
            <a:ext cx="11336157" cy="67583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image10.jpeg" descr="image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89" y="26299"/>
            <a:ext cx="11535800" cy="6805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image56.png" descr="image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0" y="2813050"/>
            <a:ext cx="2174875" cy="3503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39" name="image57.png" descr="image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809" y="2813050"/>
            <a:ext cx="2174881" cy="3503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40" name="image52.png" descr="image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237" y="325435"/>
            <a:ext cx="2552706" cy="4114806"/>
          </a:xfrm>
          <a:prstGeom prst="rect">
            <a:avLst/>
          </a:prstGeom>
          <a:ln w="12700">
            <a:miter lim="400000"/>
          </a:ln>
        </p:spPr>
      </p:pic>
      <p:sp>
        <p:nvSpPr>
          <p:cNvPr id="441" name="Form"/>
          <p:cNvSpPr/>
          <p:nvPr/>
        </p:nvSpPr>
        <p:spPr>
          <a:xfrm rot="2791520">
            <a:off x="4580730" y="3950491"/>
            <a:ext cx="284168" cy="793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7726"/>
                </a:moveTo>
                <a:lnTo>
                  <a:pt x="5400" y="17726"/>
                </a:lnTo>
                <a:lnTo>
                  <a:pt x="5400" y="0"/>
                </a:lnTo>
                <a:lnTo>
                  <a:pt x="16200" y="0"/>
                </a:lnTo>
                <a:lnTo>
                  <a:pt x="16200" y="17726"/>
                </a:lnTo>
                <a:lnTo>
                  <a:pt x="21600" y="17726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C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42" name="Form"/>
          <p:cNvSpPr/>
          <p:nvPr/>
        </p:nvSpPr>
        <p:spPr>
          <a:xfrm rot="18594490">
            <a:off x="7408067" y="3939380"/>
            <a:ext cx="284169" cy="7937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7726"/>
                </a:moveTo>
                <a:lnTo>
                  <a:pt x="5400" y="17726"/>
                </a:lnTo>
                <a:lnTo>
                  <a:pt x="5400" y="0"/>
                </a:lnTo>
                <a:lnTo>
                  <a:pt x="16200" y="0"/>
                </a:lnTo>
                <a:lnTo>
                  <a:pt x="16200" y="17726"/>
                </a:lnTo>
                <a:lnTo>
                  <a:pt x="21600" y="17726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C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455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445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6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7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50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448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49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453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451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52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54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56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57" name="&quot;In Deutschland und in der EU ist qualitätsverlust-freies Sparen wie ein neues Zweiteinkommen zu sehen&quot;"/>
          <p:cNvSpPr txBox="1">
            <a:spLocks noGrp="1"/>
          </p:cNvSpPr>
          <p:nvPr>
            <p:ph type="title" idx="4294967295"/>
          </p:nvPr>
        </p:nvSpPr>
        <p:spPr>
          <a:xfrm>
            <a:off x="1693858" y="1798634"/>
            <a:ext cx="8910644" cy="2185992"/>
          </a:xfrm>
          <a:prstGeom prst="rect">
            <a:avLst/>
          </a:prstGeom>
        </p:spPr>
        <p:txBody>
          <a:bodyPr/>
          <a:lstStyle/>
          <a:p>
            <a:pPr algn="ctr">
              <a:defRPr sz="4000">
                <a:latin typeface="Calibri"/>
                <a:ea typeface="Calibri"/>
                <a:cs typeface="Calibri"/>
                <a:sym typeface="Calibri"/>
              </a:defRPr>
            </a:pPr>
            <a:r>
              <a:t>"</a:t>
            </a:r>
            <a:r>
              <a:rPr i="1"/>
              <a:t>In Deutschland und in der EU ist qualitätsverlust-freies Sparen wie ein neues Zweiteinkommen zu sehen"</a:t>
            </a:r>
          </a:p>
        </p:txBody>
      </p:sp>
      <p:pic>
        <p:nvPicPr>
          <p:cNvPr id="458" name="image11.jpeg" descr="image11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8350" y="4487862"/>
            <a:ext cx="1792291" cy="1866906"/>
          </a:xfrm>
          <a:prstGeom prst="rect">
            <a:avLst/>
          </a:prstGeom>
          <a:ln w="12700">
            <a:miter lim="400000"/>
          </a:ln>
        </p:spPr>
      </p:pic>
      <p:sp>
        <p:nvSpPr>
          <p:cNvPr id="459" name="Michael Spies…"/>
          <p:cNvSpPr txBox="1"/>
          <p:nvPr/>
        </p:nvSpPr>
        <p:spPr>
          <a:xfrm>
            <a:off x="7175182" y="3740151"/>
            <a:ext cx="4805282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Michael Spies </a:t>
            </a:r>
          </a:p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         Geschäftsführer Sono-Direkt Handel Ltd.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image56.png" descr="image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0" y="2813050"/>
            <a:ext cx="2174875" cy="3503613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Oval"/>
          <p:cNvSpPr/>
          <p:nvPr/>
        </p:nvSpPr>
        <p:spPr>
          <a:xfrm>
            <a:off x="9067799" y="3206750"/>
            <a:ext cx="1514485" cy="1465266"/>
          </a:xfrm>
          <a:prstGeom prst="ellipse">
            <a:avLst/>
          </a:prstGeom>
          <a:solidFill>
            <a:srgbClr val="FFFB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463" name="image57.png" descr="image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809" y="2813050"/>
            <a:ext cx="2174881" cy="3503613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Bis zu 15%…"/>
          <p:cNvSpPr txBox="1"/>
          <p:nvPr/>
        </p:nvSpPr>
        <p:spPr>
          <a:xfrm>
            <a:off x="9067800" y="3303111"/>
            <a:ext cx="1514475" cy="1297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4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 Bis zu</a:t>
            </a:r>
            <a:r>
              <a:rPr b="0"/>
              <a:t> </a:t>
            </a:r>
            <a:r>
              <a:rPr sz="2800"/>
              <a:t>15</a:t>
            </a:r>
            <a:r>
              <a:rPr sz="3200"/>
              <a:t>%</a:t>
            </a:r>
          </a:p>
          <a:p>
            <a:pPr>
              <a:defRPr sz="14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    +</a:t>
            </a:r>
            <a:r>
              <a:rPr sz="3200"/>
              <a:t> </a:t>
            </a:r>
            <a:r>
              <a:rPr sz="2800"/>
              <a:t>20% </a:t>
            </a:r>
          </a:p>
          <a:p>
            <a:pPr>
              <a:defRPr sz="14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      </a:t>
            </a:r>
            <a:r>
              <a:rPr sz="1600"/>
              <a:t>Leistung</a:t>
            </a:r>
            <a:r>
              <a:t> </a:t>
            </a:r>
          </a:p>
        </p:txBody>
      </p:sp>
      <p:sp>
        <p:nvSpPr>
          <p:cNvPr id="465" name="Oval"/>
          <p:cNvSpPr/>
          <p:nvPr/>
        </p:nvSpPr>
        <p:spPr>
          <a:xfrm>
            <a:off x="3343273" y="3098800"/>
            <a:ext cx="1514485" cy="1465266"/>
          </a:xfrm>
          <a:prstGeom prst="ellipse">
            <a:avLst/>
          </a:prstGeom>
          <a:solidFill>
            <a:srgbClr val="FFFB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66" name="Bis zu…"/>
          <p:cNvSpPr txBox="1"/>
          <p:nvPr/>
        </p:nvSpPr>
        <p:spPr>
          <a:xfrm>
            <a:off x="3524989" y="3157060"/>
            <a:ext cx="2691454" cy="134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4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      Bis zu</a:t>
            </a:r>
          </a:p>
          <a:p>
            <a:pPr>
              <a:defRPr sz="32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35%</a:t>
            </a:r>
          </a:p>
          <a:p>
            <a:pPr>
              <a:defRPr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+ Strom-</a:t>
            </a:r>
          </a:p>
          <a:p>
            <a:pPr>
              <a:defRPr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ersparnis</a:t>
            </a:r>
          </a:p>
        </p:txBody>
      </p:sp>
      <p:sp>
        <p:nvSpPr>
          <p:cNvPr id="467" name="In diesen beiden Bereichen Heizen und Autofahren sparen wir Ihnen…"/>
          <p:cNvSpPr txBox="1"/>
          <p:nvPr/>
        </p:nvSpPr>
        <p:spPr>
          <a:xfrm>
            <a:off x="1409379" y="1038225"/>
            <a:ext cx="10498778" cy="969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 diesen beiden Bereichen Heizen und Autofahren sparen wir Ihnen </a:t>
            </a:r>
          </a:p>
          <a:p>
            <a:pPr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etwa </a:t>
            </a:r>
            <a:r>
              <a:rPr sz="4000" b="1">
                <a:solidFill>
                  <a:srgbClr val="FFFB00"/>
                </a:solidFill>
              </a:rPr>
              <a:t>2.500</a:t>
            </a:r>
            <a:r>
              <a:rPr sz="4000" b="1"/>
              <a:t> </a:t>
            </a:r>
            <a:r>
              <a:rPr sz="4000" b="1">
                <a:solidFill>
                  <a:srgbClr val="FFFB00"/>
                </a:solidFill>
              </a:rPr>
              <a:t>€</a:t>
            </a:r>
            <a:r>
              <a:rPr sz="4000" b="1"/>
              <a:t> </a:t>
            </a:r>
            <a:r>
              <a:t>ein -  oder wollen Sie kalt sitzen und zu Fuß zur Arbeit laufen?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480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470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1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2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75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473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74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478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476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77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79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81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82" name="Wie läuft das Ganze ab?"/>
          <p:cNvSpPr txBox="1">
            <a:spLocks noGrp="1"/>
          </p:cNvSpPr>
          <p:nvPr>
            <p:ph type="title" idx="4294967295"/>
          </p:nvPr>
        </p:nvSpPr>
        <p:spPr>
          <a:xfrm>
            <a:off x="1173161" y="539750"/>
            <a:ext cx="9917115" cy="3359150"/>
          </a:xfrm>
          <a:prstGeom prst="rect">
            <a:avLst/>
          </a:prstGeom>
        </p:spPr>
        <p:txBody>
          <a:bodyPr anchor="b"/>
          <a:lstStyle/>
          <a:p>
            <a:pPr algn="ctr">
              <a:defRPr sz="4000">
                <a:latin typeface="Calibri"/>
                <a:ea typeface="Calibri"/>
                <a:cs typeface="Calibri"/>
                <a:sym typeface="Calibri"/>
              </a:defRPr>
            </a:pPr>
            <a:r>
              <a:t>Wie läuft das Ganze ab?</a:t>
            </a:r>
            <a:br/>
            <a:br/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495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485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6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7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90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488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89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493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491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92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94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96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59999"/>
                </a:srgbClr>
              </a:gs>
              <a:gs pos="21000">
                <a:srgbClr val="000000">
                  <a:alpha val="47398"/>
                </a:srgbClr>
              </a:gs>
              <a:gs pos="63000">
                <a:srgbClr val="000000">
                  <a:alpha val="22199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97" name="Wir prüfen Ihren älteren Heizölbrenner bis Baujahr 2006."/>
          <p:cNvSpPr txBox="1"/>
          <p:nvPr/>
        </p:nvSpPr>
        <p:spPr>
          <a:xfrm>
            <a:off x="2573020" y="1471259"/>
            <a:ext cx="9022400" cy="392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Wir prüfen Ihren älteren Heizölbrenner bis Baujahr 2006.</a:t>
            </a:r>
          </a:p>
        </p:txBody>
      </p:sp>
      <p:pic>
        <p:nvPicPr>
          <p:cNvPr id="498" name="image12.jpeg" descr="image12.jpeg"/>
          <p:cNvPicPr>
            <a:picLocks noChangeAspect="1"/>
          </p:cNvPicPr>
          <p:nvPr/>
        </p:nvPicPr>
        <p:blipFill>
          <a:blip r:embed="rId10"/>
          <a:srcRect t="2597" b="17538"/>
          <a:stretch>
            <a:fillRect/>
          </a:stretch>
        </p:blipFill>
        <p:spPr>
          <a:xfrm>
            <a:off x="491331" y="2974181"/>
            <a:ext cx="3221041" cy="343059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9" name="image54.png" descr="image54.png"/>
          <p:cNvPicPr>
            <a:picLocks noChangeAspect="1"/>
          </p:cNvPicPr>
          <p:nvPr/>
        </p:nvPicPr>
        <p:blipFill>
          <a:blip r:embed="rId11"/>
          <a:srcRect b="3"/>
          <a:stretch>
            <a:fillRect/>
          </a:stretch>
        </p:blipFill>
        <p:spPr>
          <a:xfrm>
            <a:off x="7406081" y="2703693"/>
            <a:ext cx="3782257" cy="3431082"/>
          </a:xfrm>
          <a:prstGeom prst="rect">
            <a:avLst/>
          </a:prstGeom>
          <a:ln w="12700">
            <a:miter lim="400000"/>
          </a:ln>
        </p:spPr>
      </p:pic>
      <p:sp>
        <p:nvSpPr>
          <p:cNvPr id="500" name="Sparen ohne Verlust der Lebensqualität wäre ein Traum..."/>
          <p:cNvSpPr txBox="1"/>
          <p:nvPr/>
        </p:nvSpPr>
        <p:spPr>
          <a:xfrm>
            <a:off x="7799599" y="3112029"/>
            <a:ext cx="2656528" cy="1767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r>
              <a:t>Sparen ohne Verlust der Lebensqualität wäre ein Traum...</a:t>
            </a:r>
          </a:p>
        </p:txBody>
      </p:sp>
      <p:pic>
        <p:nvPicPr>
          <p:cNvPr id="501" name="image13.jpeg" descr="image13.jpe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6675" y="2974975"/>
            <a:ext cx="2228850" cy="3429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2" name="image57.png" descr="image5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610" y="276225"/>
            <a:ext cx="1181104" cy="1903416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image59.png" descr="image5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6875" y="2001834"/>
            <a:ext cx="3286125" cy="2717807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Ich liebe meinen…"/>
          <p:cNvSpPr txBox="1"/>
          <p:nvPr/>
        </p:nvSpPr>
        <p:spPr>
          <a:xfrm>
            <a:off x="202881" y="2305367"/>
            <a:ext cx="3797938" cy="2161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125000"/>
              </a:lnSpc>
              <a:spcBef>
                <a:spcPts val="1000"/>
              </a:spcBef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Ich liebe meinen 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alten Heizölbrenner-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Der ist nämlich schon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  <a:defRPr sz="20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 bezahlt!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517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507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08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09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12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510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11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515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513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14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16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18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59999"/>
                </a:srgbClr>
              </a:gs>
              <a:gs pos="21000">
                <a:srgbClr val="000000">
                  <a:alpha val="47398"/>
                </a:srgbClr>
              </a:gs>
              <a:gs pos="63000">
                <a:srgbClr val="000000">
                  <a:alpha val="22199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519" name="image57.png" descr="image5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610" y="276225"/>
            <a:ext cx="1181104" cy="1903416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" name="image14.jpeg" descr="image14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1925" y="347660"/>
            <a:ext cx="4322763" cy="61134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533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523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24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25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28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526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27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531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529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30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32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34" name="Rechteck"/>
          <p:cNvSpPr/>
          <p:nvPr/>
        </p:nvSpPr>
        <p:spPr>
          <a:xfrm flipH="1">
            <a:off x="0" y="2540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59999"/>
                </a:srgbClr>
              </a:gs>
              <a:gs pos="21000">
                <a:srgbClr val="000000">
                  <a:alpha val="47398"/>
                </a:srgbClr>
              </a:gs>
              <a:gs pos="63000">
                <a:srgbClr val="000000">
                  <a:alpha val="22199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35" name="Unsere Lösung:…"/>
          <p:cNvSpPr txBox="1"/>
          <p:nvPr/>
        </p:nvSpPr>
        <p:spPr>
          <a:xfrm>
            <a:off x="7132318" y="1292938"/>
            <a:ext cx="4463102" cy="1027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b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Unsere Lösung: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Ambassador</a:t>
            </a:r>
          </a:p>
        </p:txBody>
      </p:sp>
      <p:sp>
        <p:nvSpPr>
          <p:cNvPr id="536" name="Ersparnis direkt bemerkbar/im Display ablesbar…"/>
          <p:cNvSpPr txBox="1"/>
          <p:nvPr/>
        </p:nvSpPr>
        <p:spPr>
          <a:xfrm>
            <a:off x="7149782" y="2946399"/>
            <a:ext cx="4445641" cy="2752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69875" lvl="1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Ersparnis direkt bemerkbar/im Display ablesbar</a:t>
            </a:r>
          </a:p>
          <a:p>
            <a:pPr marL="269875" lvl="1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Einfacher Anbau - Stecksystem und Magnethalterung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3 Jahre Garantie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CE und RoHs + EMV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Verschleißreduzierung der Heizung</a:t>
            </a:r>
          </a:p>
        </p:txBody>
      </p:sp>
      <p:pic>
        <p:nvPicPr>
          <p:cNvPr id="537" name="image57.png" descr="image5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354" y="237601"/>
            <a:ext cx="1181104" cy="1903416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" name="image1.jpeg" descr="image1.jpeg"/>
          <p:cNvPicPr>
            <a:picLocks noChangeAspect="1"/>
          </p:cNvPicPr>
          <p:nvPr/>
        </p:nvPicPr>
        <p:blipFill>
          <a:blip r:embed="rId11"/>
          <a:srcRect l="1382" t="6883" r="3047" b="25570"/>
          <a:stretch>
            <a:fillRect/>
          </a:stretch>
        </p:blipFill>
        <p:spPr>
          <a:xfrm>
            <a:off x="1268833" y="3020234"/>
            <a:ext cx="4916043" cy="26050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5" h="21586" extrusionOk="0">
                <a:moveTo>
                  <a:pt x="9121" y="6"/>
                </a:moveTo>
                <a:cubicBezTo>
                  <a:pt x="3852" y="-13"/>
                  <a:pt x="1348" y="10"/>
                  <a:pt x="1134" y="82"/>
                </a:cubicBezTo>
                <a:cubicBezTo>
                  <a:pt x="983" y="133"/>
                  <a:pt x="888" y="190"/>
                  <a:pt x="763" y="302"/>
                </a:cubicBezTo>
                <a:cubicBezTo>
                  <a:pt x="638" y="414"/>
                  <a:pt x="396" y="724"/>
                  <a:pt x="361" y="818"/>
                </a:cubicBezTo>
                <a:cubicBezTo>
                  <a:pt x="348" y="853"/>
                  <a:pt x="306" y="949"/>
                  <a:pt x="267" y="1029"/>
                </a:cubicBezTo>
                <a:cubicBezTo>
                  <a:pt x="228" y="1109"/>
                  <a:pt x="195" y="1192"/>
                  <a:pt x="195" y="1210"/>
                </a:cubicBezTo>
                <a:cubicBezTo>
                  <a:pt x="195" y="1228"/>
                  <a:pt x="179" y="1288"/>
                  <a:pt x="159" y="1341"/>
                </a:cubicBezTo>
                <a:cubicBezTo>
                  <a:pt x="139" y="1395"/>
                  <a:pt x="98" y="1564"/>
                  <a:pt x="71" y="1716"/>
                </a:cubicBezTo>
                <a:cubicBezTo>
                  <a:pt x="28" y="1952"/>
                  <a:pt x="20" y="2081"/>
                  <a:pt x="10" y="2584"/>
                </a:cubicBezTo>
                <a:cubicBezTo>
                  <a:pt x="3" y="2909"/>
                  <a:pt x="-1" y="3191"/>
                  <a:pt x="0" y="3212"/>
                </a:cubicBezTo>
                <a:cubicBezTo>
                  <a:pt x="1" y="3232"/>
                  <a:pt x="8" y="3490"/>
                  <a:pt x="16" y="3785"/>
                </a:cubicBezTo>
                <a:cubicBezTo>
                  <a:pt x="23" y="4080"/>
                  <a:pt x="38" y="4346"/>
                  <a:pt x="49" y="4377"/>
                </a:cubicBezTo>
                <a:cubicBezTo>
                  <a:pt x="68" y="4430"/>
                  <a:pt x="76" y="4642"/>
                  <a:pt x="117" y="5965"/>
                </a:cubicBezTo>
                <a:cubicBezTo>
                  <a:pt x="151" y="7071"/>
                  <a:pt x="160" y="7239"/>
                  <a:pt x="178" y="7274"/>
                </a:cubicBezTo>
                <a:cubicBezTo>
                  <a:pt x="188" y="7293"/>
                  <a:pt x="195" y="7521"/>
                  <a:pt x="195" y="7780"/>
                </a:cubicBezTo>
                <a:cubicBezTo>
                  <a:pt x="195" y="8061"/>
                  <a:pt x="206" y="8294"/>
                  <a:pt x="220" y="8356"/>
                </a:cubicBezTo>
                <a:cubicBezTo>
                  <a:pt x="261" y="8541"/>
                  <a:pt x="277" y="9129"/>
                  <a:pt x="286" y="10710"/>
                </a:cubicBezTo>
                <a:cubicBezTo>
                  <a:pt x="291" y="11652"/>
                  <a:pt x="302" y="12277"/>
                  <a:pt x="314" y="12299"/>
                </a:cubicBezTo>
                <a:cubicBezTo>
                  <a:pt x="324" y="12319"/>
                  <a:pt x="333" y="12380"/>
                  <a:pt x="333" y="12437"/>
                </a:cubicBezTo>
                <a:cubicBezTo>
                  <a:pt x="333" y="12494"/>
                  <a:pt x="341" y="12573"/>
                  <a:pt x="350" y="12608"/>
                </a:cubicBezTo>
                <a:cubicBezTo>
                  <a:pt x="373" y="12693"/>
                  <a:pt x="411" y="12972"/>
                  <a:pt x="423" y="13134"/>
                </a:cubicBezTo>
                <a:cubicBezTo>
                  <a:pt x="428" y="13206"/>
                  <a:pt x="441" y="13294"/>
                  <a:pt x="451" y="13335"/>
                </a:cubicBezTo>
                <a:cubicBezTo>
                  <a:pt x="460" y="13376"/>
                  <a:pt x="472" y="13627"/>
                  <a:pt x="477" y="13891"/>
                </a:cubicBezTo>
                <a:cubicBezTo>
                  <a:pt x="495" y="14866"/>
                  <a:pt x="523" y="15108"/>
                  <a:pt x="646" y="15341"/>
                </a:cubicBezTo>
                <a:cubicBezTo>
                  <a:pt x="780" y="15596"/>
                  <a:pt x="722" y="15587"/>
                  <a:pt x="2074" y="15617"/>
                </a:cubicBezTo>
                <a:cubicBezTo>
                  <a:pt x="3391" y="15647"/>
                  <a:pt x="4219" y="15700"/>
                  <a:pt x="4409" y="15772"/>
                </a:cubicBezTo>
                <a:cubicBezTo>
                  <a:pt x="4462" y="15792"/>
                  <a:pt x="4482" y="15819"/>
                  <a:pt x="4482" y="15867"/>
                </a:cubicBezTo>
                <a:cubicBezTo>
                  <a:pt x="4482" y="15904"/>
                  <a:pt x="4490" y="15947"/>
                  <a:pt x="4501" y="15959"/>
                </a:cubicBezTo>
                <a:cubicBezTo>
                  <a:pt x="4512" y="15972"/>
                  <a:pt x="4522" y="16147"/>
                  <a:pt x="4522" y="16357"/>
                </a:cubicBezTo>
                <a:cubicBezTo>
                  <a:pt x="4523" y="16630"/>
                  <a:pt x="4531" y="16756"/>
                  <a:pt x="4552" y="16808"/>
                </a:cubicBezTo>
                <a:cubicBezTo>
                  <a:pt x="4574" y="16864"/>
                  <a:pt x="4579" y="17008"/>
                  <a:pt x="4579" y="17478"/>
                </a:cubicBezTo>
                <a:cubicBezTo>
                  <a:pt x="4579" y="17841"/>
                  <a:pt x="4587" y="18089"/>
                  <a:pt x="4599" y="18103"/>
                </a:cubicBezTo>
                <a:cubicBezTo>
                  <a:pt x="4610" y="18115"/>
                  <a:pt x="4620" y="18230"/>
                  <a:pt x="4620" y="18360"/>
                </a:cubicBezTo>
                <a:cubicBezTo>
                  <a:pt x="4620" y="18490"/>
                  <a:pt x="4628" y="18607"/>
                  <a:pt x="4639" y="18620"/>
                </a:cubicBezTo>
                <a:cubicBezTo>
                  <a:pt x="4650" y="18632"/>
                  <a:pt x="4658" y="18699"/>
                  <a:pt x="4658" y="18768"/>
                </a:cubicBezTo>
                <a:cubicBezTo>
                  <a:pt x="4658" y="18837"/>
                  <a:pt x="4666" y="18903"/>
                  <a:pt x="4677" y="18916"/>
                </a:cubicBezTo>
                <a:cubicBezTo>
                  <a:pt x="4688" y="18928"/>
                  <a:pt x="4698" y="19012"/>
                  <a:pt x="4698" y="19103"/>
                </a:cubicBezTo>
                <a:cubicBezTo>
                  <a:pt x="4698" y="19194"/>
                  <a:pt x="4710" y="19329"/>
                  <a:pt x="4726" y="19402"/>
                </a:cubicBezTo>
                <a:cubicBezTo>
                  <a:pt x="4742" y="19474"/>
                  <a:pt x="4755" y="19641"/>
                  <a:pt x="4755" y="19771"/>
                </a:cubicBezTo>
                <a:cubicBezTo>
                  <a:pt x="4755" y="19901"/>
                  <a:pt x="4767" y="20037"/>
                  <a:pt x="4780" y="20077"/>
                </a:cubicBezTo>
                <a:cubicBezTo>
                  <a:pt x="4799" y="20133"/>
                  <a:pt x="4799" y="20185"/>
                  <a:pt x="4780" y="20317"/>
                </a:cubicBezTo>
                <a:cubicBezTo>
                  <a:pt x="4750" y="20530"/>
                  <a:pt x="4751" y="20728"/>
                  <a:pt x="4782" y="20892"/>
                </a:cubicBezTo>
                <a:cubicBezTo>
                  <a:pt x="4815" y="21071"/>
                  <a:pt x="4821" y="21086"/>
                  <a:pt x="4914" y="21208"/>
                </a:cubicBezTo>
                <a:lnTo>
                  <a:pt x="4998" y="21316"/>
                </a:lnTo>
                <a:lnTo>
                  <a:pt x="6388" y="21346"/>
                </a:lnTo>
                <a:cubicBezTo>
                  <a:pt x="7154" y="21362"/>
                  <a:pt x="9043" y="21382"/>
                  <a:pt x="10588" y="21392"/>
                </a:cubicBezTo>
                <a:cubicBezTo>
                  <a:pt x="12133" y="21402"/>
                  <a:pt x="13440" y="21424"/>
                  <a:pt x="13494" y="21441"/>
                </a:cubicBezTo>
                <a:cubicBezTo>
                  <a:pt x="13547" y="21459"/>
                  <a:pt x="14112" y="21477"/>
                  <a:pt x="14746" y="21481"/>
                </a:cubicBezTo>
                <a:cubicBezTo>
                  <a:pt x="15475" y="21485"/>
                  <a:pt x="15916" y="21503"/>
                  <a:pt x="15948" y="21527"/>
                </a:cubicBezTo>
                <a:cubicBezTo>
                  <a:pt x="15978" y="21549"/>
                  <a:pt x="16063" y="21553"/>
                  <a:pt x="16147" y="21540"/>
                </a:cubicBezTo>
                <a:cubicBezTo>
                  <a:pt x="16228" y="21528"/>
                  <a:pt x="16320" y="21534"/>
                  <a:pt x="16352" y="21553"/>
                </a:cubicBezTo>
                <a:cubicBezTo>
                  <a:pt x="16390" y="21575"/>
                  <a:pt x="17256" y="21585"/>
                  <a:pt x="18131" y="21586"/>
                </a:cubicBezTo>
                <a:cubicBezTo>
                  <a:pt x="19005" y="21587"/>
                  <a:pt x="19888" y="21577"/>
                  <a:pt x="19954" y="21556"/>
                </a:cubicBezTo>
                <a:cubicBezTo>
                  <a:pt x="20206" y="21473"/>
                  <a:pt x="20371" y="21362"/>
                  <a:pt x="20568" y="21145"/>
                </a:cubicBezTo>
                <a:cubicBezTo>
                  <a:pt x="20730" y="20965"/>
                  <a:pt x="20745" y="20938"/>
                  <a:pt x="20907" y="20586"/>
                </a:cubicBezTo>
                <a:cubicBezTo>
                  <a:pt x="21033" y="20313"/>
                  <a:pt x="21137" y="19983"/>
                  <a:pt x="21137" y="19856"/>
                </a:cubicBezTo>
                <a:cubicBezTo>
                  <a:pt x="21137" y="19824"/>
                  <a:pt x="21146" y="19784"/>
                  <a:pt x="21155" y="19764"/>
                </a:cubicBezTo>
                <a:cubicBezTo>
                  <a:pt x="21237" y="19595"/>
                  <a:pt x="21260" y="18859"/>
                  <a:pt x="21305" y="15127"/>
                </a:cubicBezTo>
                <a:cubicBezTo>
                  <a:pt x="21311" y="14649"/>
                  <a:pt x="21324" y="14246"/>
                  <a:pt x="21334" y="14226"/>
                </a:cubicBezTo>
                <a:cubicBezTo>
                  <a:pt x="21346" y="14205"/>
                  <a:pt x="21353" y="13805"/>
                  <a:pt x="21353" y="13256"/>
                </a:cubicBezTo>
                <a:cubicBezTo>
                  <a:pt x="21353" y="12621"/>
                  <a:pt x="21361" y="12291"/>
                  <a:pt x="21376" y="12220"/>
                </a:cubicBezTo>
                <a:cubicBezTo>
                  <a:pt x="21399" y="12120"/>
                  <a:pt x="21404" y="11884"/>
                  <a:pt x="21451" y="9217"/>
                </a:cubicBezTo>
                <a:cubicBezTo>
                  <a:pt x="21461" y="8638"/>
                  <a:pt x="21478" y="7832"/>
                  <a:pt x="21489" y="7425"/>
                </a:cubicBezTo>
                <a:cubicBezTo>
                  <a:pt x="21499" y="7019"/>
                  <a:pt x="21518" y="6263"/>
                  <a:pt x="21526" y="5745"/>
                </a:cubicBezTo>
                <a:cubicBezTo>
                  <a:pt x="21535" y="5186"/>
                  <a:pt x="21552" y="4747"/>
                  <a:pt x="21566" y="4666"/>
                </a:cubicBezTo>
                <a:cubicBezTo>
                  <a:pt x="21599" y="4479"/>
                  <a:pt x="21585" y="2580"/>
                  <a:pt x="21550" y="2344"/>
                </a:cubicBezTo>
                <a:cubicBezTo>
                  <a:pt x="21536" y="2253"/>
                  <a:pt x="21518" y="2119"/>
                  <a:pt x="21507" y="2048"/>
                </a:cubicBezTo>
                <a:cubicBezTo>
                  <a:pt x="21483" y="1888"/>
                  <a:pt x="21456" y="1771"/>
                  <a:pt x="21407" y="1604"/>
                </a:cubicBezTo>
                <a:cubicBezTo>
                  <a:pt x="21386" y="1532"/>
                  <a:pt x="21365" y="1445"/>
                  <a:pt x="21359" y="1410"/>
                </a:cubicBezTo>
                <a:cubicBezTo>
                  <a:pt x="21353" y="1374"/>
                  <a:pt x="21341" y="1348"/>
                  <a:pt x="21331" y="1348"/>
                </a:cubicBezTo>
                <a:cubicBezTo>
                  <a:pt x="21321" y="1348"/>
                  <a:pt x="21313" y="1323"/>
                  <a:pt x="21313" y="1292"/>
                </a:cubicBezTo>
                <a:cubicBezTo>
                  <a:pt x="21313" y="1208"/>
                  <a:pt x="21022" y="664"/>
                  <a:pt x="20928" y="575"/>
                </a:cubicBezTo>
                <a:cubicBezTo>
                  <a:pt x="20883" y="532"/>
                  <a:pt x="20842" y="483"/>
                  <a:pt x="20836" y="463"/>
                </a:cubicBezTo>
                <a:cubicBezTo>
                  <a:pt x="20830" y="444"/>
                  <a:pt x="20774" y="393"/>
                  <a:pt x="20712" y="351"/>
                </a:cubicBezTo>
                <a:cubicBezTo>
                  <a:pt x="20651" y="308"/>
                  <a:pt x="20582" y="257"/>
                  <a:pt x="20561" y="239"/>
                </a:cubicBezTo>
                <a:cubicBezTo>
                  <a:pt x="20474" y="166"/>
                  <a:pt x="20378" y="114"/>
                  <a:pt x="20266" y="78"/>
                </a:cubicBezTo>
                <a:cubicBezTo>
                  <a:pt x="20191" y="53"/>
                  <a:pt x="19144" y="37"/>
                  <a:pt x="17321" y="32"/>
                </a:cubicBezTo>
                <a:cubicBezTo>
                  <a:pt x="15766" y="27"/>
                  <a:pt x="12076" y="17"/>
                  <a:pt x="9121" y="6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image15.jpeg" descr="image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295" y="1316548"/>
            <a:ext cx="5324990" cy="39937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image16.jpeg" descr="image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140" y="1251202"/>
            <a:ext cx="5230236" cy="3922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image17.jpeg" descr="image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52" y="1090372"/>
            <a:ext cx="5986596" cy="44912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6" name="Tabelle 1"/>
          <p:cNvGraphicFramePr/>
          <p:nvPr/>
        </p:nvGraphicFramePr>
        <p:xfrm>
          <a:off x="1115095" y="858750"/>
          <a:ext cx="9961802" cy="5140496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538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7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7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47148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Einsp. Ambassador 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277DFF"/>
                      </a:solidFill>
                      <a:miter lim="400000"/>
                    </a:lnL>
                    <a:lnT w="12700">
                      <a:solidFill>
                        <a:srgbClr val="277DFF"/>
                      </a:solidFill>
                      <a:miter lim="400000"/>
                    </a:lnT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Ersparnis    bei Heizölpr. 1,00 €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277DFF"/>
                      </a:solidFill>
                      <a:miter lim="400000"/>
                    </a:lnT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Ersparnis     bei Heizölpr. 1,20 €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277DFF"/>
                      </a:solidFill>
                      <a:miter lim="400000"/>
                    </a:lnT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Ersparnis    bei Heizölpr. 1,40 €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277DFF"/>
                      </a:solidFill>
                      <a:miter lim="400000"/>
                    </a:lnT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Ersparnis bis 31.12.2044</a:t>
                      </a:r>
                    </a:p>
                    <a:p>
                      <a:pPr algn="ctr">
                        <a:defRPr sz="1600"/>
                      </a:pPr>
                      <a:r>
                        <a:t>Bei 1,00 €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277DFF"/>
                      </a:solidFill>
                      <a:miter lim="400000"/>
                    </a:lnT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Ersparnis bis 31.12.2044 bei 1,20 €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277DFF"/>
                      </a:solidFill>
                      <a:miter lim="400000"/>
                    </a:lnT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Ersparnis bis 31.12.2044 bei 1,40 €</a:t>
                      </a:r>
                    </a:p>
                  </a:txBody>
                  <a:tcPr marL="0" marR="0" marT="0" marB="0" anchor="ctr" horzOverflow="overflow">
                    <a:lnR w="12700">
                      <a:solidFill>
                        <a:srgbClr val="277DFF"/>
                      </a:solidFill>
                      <a:miter lim="400000"/>
                    </a:lnR>
                    <a:lnT w="12700">
                      <a:solidFill>
                        <a:srgbClr val="277DFF"/>
                      </a:solidFill>
                      <a:miter lim="400000"/>
                    </a:lnT>
                    <a:solidFill>
                      <a:srgbClr val="23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336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35 %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277DFF"/>
                      </a:solidFill>
                      <a:miter lim="400000"/>
                    </a:lnL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1.000 Liter / 1.000€       </a:t>
                      </a:r>
                    </a:p>
                  </a:txBody>
                  <a:tcPr marL="0" marR="0" marT="0" marB="0" anchor="ctr" horzOverflow="overflow"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1.000 Liter /1.200 €          </a:t>
                      </a:r>
                    </a:p>
                  </a:txBody>
                  <a:tcPr marL="0" marR="0" marT="0" marB="0" anchor="ctr" horzOverflow="overflow"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1.000 Liter / 1.400 €          </a:t>
                      </a:r>
                    </a:p>
                  </a:txBody>
                  <a:tcPr marL="0" marR="0" marT="0" marB="0" anchor="ctr" horzOverflow="overflow"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20.000 €</a:t>
                      </a:r>
                    </a:p>
                  </a:txBody>
                  <a:tcPr marL="0" marR="0" marT="0" marB="0" anchor="ctr" horzOverflow="overflow"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24.000 €</a:t>
                      </a:r>
                    </a:p>
                  </a:txBody>
                  <a:tcPr marL="0" marR="0" marT="0" marB="0" anchor="ctr" horzOverflow="overflow"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28.000 €</a:t>
                      </a:r>
                    </a:p>
                  </a:txBody>
                  <a:tcPr marL="0" marR="0" marT="0" marB="0" anchor="ctr" horzOverflow="overflow">
                    <a:lnR w="12700">
                      <a:solidFill>
                        <a:srgbClr val="277DFF"/>
                      </a:solidFill>
                      <a:miter lim="400000"/>
                    </a:lnR>
                    <a:solidFill>
                      <a:srgbClr val="23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1035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30 %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277DFF"/>
                      </a:solidFill>
                      <a:miter lim="400000"/>
                    </a:lnL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900 Liter /    900 €              </a:t>
                      </a:r>
                    </a:p>
                  </a:txBody>
                  <a:tcPr marL="0" marR="0" marT="0" marB="0" anchor="ctr" horzOverflow="overflow"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900 Liter /   1.080 €          </a:t>
                      </a:r>
                    </a:p>
                  </a:txBody>
                  <a:tcPr marL="0" marR="0" marT="0" marB="0" anchor="ctr" horzOverflow="overflow"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900 Liter /  1.260 €       </a:t>
                      </a:r>
                    </a:p>
                  </a:txBody>
                  <a:tcPr marL="0" marR="0" marT="0" marB="0" anchor="ctr" horzOverflow="overflow"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18.000 €</a:t>
                      </a:r>
                    </a:p>
                  </a:txBody>
                  <a:tcPr marL="0" marR="0" marT="0" marB="0" anchor="ctr" horzOverflow="overflow"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21.600 €</a:t>
                      </a:r>
                    </a:p>
                  </a:txBody>
                  <a:tcPr marL="0" marR="0" marT="0" marB="0" anchor="ctr" horzOverflow="overflow"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25.200 €</a:t>
                      </a:r>
                    </a:p>
                  </a:txBody>
                  <a:tcPr marL="0" marR="0" marT="0" marB="0" anchor="ctr" horzOverflow="overflow">
                    <a:lnR w="12700">
                      <a:solidFill>
                        <a:srgbClr val="277DFF"/>
                      </a:solidFill>
                      <a:miter lim="400000"/>
                    </a:lnR>
                    <a:solidFill>
                      <a:srgbClr val="23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977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27 %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277DFF"/>
                      </a:solidFill>
                      <a:miter lim="400000"/>
                    </a:lnL>
                    <a:lnB w="12700">
                      <a:solidFill>
                        <a:srgbClr val="277DFF"/>
                      </a:solidFill>
                      <a:miter lim="400000"/>
                    </a:lnB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810 Liter /    810 €             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277DFF"/>
                      </a:solidFill>
                      <a:miter lim="400000"/>
                    </a:lnB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810 Liter /     972 €              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277DFF"/>
                      </a:solidFill>
                      <a:miter lim="400000"/>
                    </a:lnB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810 Liter /    1.134 €        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277DFF"/>
                      </a:solidFill>
                      <a:miter lim="400000"/>
                    </a:lnB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16.200 €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277DFF"/>
                      </a:solidFill>
                      <a:miter lim="400000"/>
                    </a:lnB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19.440 €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277DFF"/>
                      </a:solidFill>
                      <a:miter lim="400000"/>
                    </a:lnB>
                    <a:solidFill>
                      <a:srgbClr val="23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22.680 €</a:t>
                      </a:r>
                    </a:p>
                  </a:txBody>
                  <a:tcPr marL="0" marR="0" marT="0" marB="0" anchor="ctr" horzOverflow="overflow">
                    <a:lnR w="12700">
                      <a:solidFill>
                        <a:srgbClr val="277DFF"/>
                      </a:solidFill>
                      <a:miter lim="400000"/>
                    </a:lnR>
                    <a:lnB w="12700">
                      <a:solidFill>
                        <a:srgbClr val="277DFF"/>
                      </a:solidFill>
                      <a:miter lim="400000"/>
                    </a:lnB>
                    <a:solidFill>
                      <a:srgbClr val="23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7" name="Verkaufspreis 1.275 € + MwSt."/>
          <p:cNvSpPr txBox="1"/>
          <p:nvPr/>
        </p:nvSpPr>
        <p:spPr>
          <a:xfrm>
            <a:off x="3971232" y="6203014"/>
            <a:ext cx="4553283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Verkaufspreis 1.275 € + MwSt.</a:t>
            </a:r>
          </a:p>
        </p:txBody>
      </p:sp>
      <p:sp>
        <p:nvSpPr>
          <p:cNvPr id="548" name="Bsp. 1 Fam. Haus ca. 3.000 Liter Heizölverbrauch p.A."/>
          <p:cNvSpPr txBox="1"/>
          <p:nvPr/>
        </p:nvSpPr>
        <p:spPr>
          <a:xfrm>
            <a:off x="3539373" y="284145"/>
            <a:ext cx="5704106" cy="37083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Bsp. 1 Fam. Haus ca. 3.000 Liter Heizölverbrauch p.A.</a:t>
            </a:r>
          </a:p>
        </p:txBody>
      </p:sp>
      <p:pic>
        <p:nvPicPr>
          <p:cNvPr id="549" name="image60.png" descr="image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24" y="321432"/>
            <a:ext cx="690411" cy="11169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1" name="Tabelle 1"/>
          <p:cNvGraphicFramePr/>
          <p:nvPr/>
        </p:nvGraphicFramePr>
        <p:xfrm>
          <a:off x="1427969" y="992549"/>
          <a:ext cx="9231405" cy="5243674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6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9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0173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Einsp. Ambassador 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Ersparnis    bei Heizölpr. 1,00 €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Ersparnis     bei Heizölpr. 1,20 €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Ersparnis    bei Heizölpr. 1,40 €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9062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35 %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1.000 Liter / 1.000€        ROI  - 15 M 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1.000 Liter /1.200 €           ROI - 12,5 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1.000 Liter / 1.400 €          ROI- 10,7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8353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30 %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900 Liter /    900 €              ROI - 16,66 M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900 Liter /   1.080 €           ROI - 13,88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900 Liter /  1.260 €         ROI - 11,9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086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27 %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810 Liter /    810 €             ROI - 18,5 M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810 Liter /     972 €              ROI - 15,4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810 Liter /    1.134 €         ROI - 13,23</a:t>
                      </a:r>
                    </a:p>
                  </a:txBody>
                  <a:tcPr marL="0" marR="0" marT="0" marB="0" anchor="ctr" horzOverflow="overflow">
                    <a:solidFill>
                      <a:srgbClr val="1C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2" name="Ambassador - VK 1.275 €"/>
          <p:cNvSpPr txBox="1"/>
          <p:nvPr/>
        </p:nvSpPr>
        <p:spPr>
          <a:xfrm>
            <a:off x="3993279" y="326376"/>
            <a:ext cx="4336924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   Ambassador - VK 1.275 €</a:t>
            </a:r>
          </a:p>
        </p:txBody>
      </p:sp>
      <p:pic>
        <p:nvPicPr>
          <p:cNvPr id="553" name="image60.png" descr="image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297" y="345129"/>
            <a:ext cx="690412" cy="11169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566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556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7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8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61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559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60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564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562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63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65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67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59999"/>
                </a:srgbClr>
              </a:gs>
              <a:gs pos="21000">
                <a:srgbClr val="000000">
                  <a:alpha val="47398"/>
                </a:srgbClr>
              </a:gs>
              <a:gs pos="63000">
                <a:srgbClr val="000000">
                  <a:alpha val="22199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68" name="So funktioniert der…"/>
          <p:cNvSpPr txBox="1"/>
          <p:nvPr/>
        </p:nvSpPr>
        <p:spPr>
          <a:xfrm>
            <a:off x="7132318" y="1388188"/>
            <a:ext cx="4463102" cy="1027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b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So funktioniert der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Ambassador</a:t>
            </a:r>
          </a:p>
        </p:txBody>
      </p:sp>
      <p:sp>
        <p:nvSpPr>
          <p:cNvPr id="569" name="Alte Heizungen sind nicht in der Lage auf die…"/>
          <p:cNvSpPr txBox="1"/>
          <p:nvPr/>
        </p:nvSpPr>
        <p:spPr>
          <a:xfrm>
            <a:off x="7118073" y="2416897"/>
            <a:ext cx="4890141" cy="3334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Alte Heizungen sind nicht in der Lage auf die    </a:t>
            </a:r>
          </a:p>
          <a:p>
            <a:pPr marL="1079500" indent="-1079500">
              <a:lnSpc>
                <a:spcPct val="125000"/>
              </a:lnSpc>
              <a:spcBef>
                <a:spcPts val="6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physikalischen Eigenschaften von Wasser </a:t>
            </a:r>
          </a:p>
          <a:p>
            <a:pPr marL="1079500" indent="-1079500">
              <a:lnSpc>
                <a:spcPct val="125000"/>
              </a:lnSpc>
              <a:spcBef>
                <a:spcPts val="6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(zB. degressive Abkühlung) zu reagieren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Unser Ambassador bestimmt durch Messung  </a:t>
            </a:r>
          </a:p>
          <a:p>
            <a:pPr marL="1079500" indent="-1079500">
              <a:lnSpc>
                <a:spcPct val="125000"/>
              </a:lnSpc>
              <a:spcBef>
                <a:spcPts val="6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 den optimalen Zeitpunkt, an dem der </a:t>
            </a:r>
          </a:p>
          <a:p>
            <a:pPr marL="1079500" indent="-1079500">
              <a:lnSpc>
                <a:spcPct val="125000"/>
              </a:lnSpc>
              <a:spcBef>
                <a:spcPts val="6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 Zündimpuls erfolgt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Durch längere Auszeiten wird weniger Heizöl </a:t>
            </a:r>
          </a:p>
          <a:p>
            <a:pPr marL="1079500" indent="-1079500">
              <a:lnSpc>
                <a:spcPct val="125000"/>
              </a:lnSpc>
              <a:spcBef>
                <a:spcPts val="6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 verbraucht und die Heizung geschont</a:t>
            </a:r>
          </a:p>
        </p:txBody>
      </p:sp>
      <p:pic>
        <p:nvPicPr>
          <p:cNvPr id="570" name="image57.png" descr="image5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610" y="276225"/>
            <a:ext cx="1181104" cy="1903416"/>
          </a:xfrm>
          <a:prstGeom prst="rect">
            <a:avLst/>
          </a:prstGeom>
          <a:ln w="12700">
            <a:miter lim="400000"/>
          </a:ln>
        </p:spPr>
      </p:pic>
      <p:pic>
        <p:nvPicPr>
          <p:cNvPr id="571" name="image61.png" descr="image6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0350" y="1493338"/>
            <a:ext cx="4797453" cy="4720141"/>
          </a:xfrm>
          <a:prstGeom prst="rect">
            <a:avLst/>
          </a:prstGeom>
          <a:ln w="12700">
            <a:miter lim="400000"/>
          </a:ln>
        </p:spPr>
      </p:pic>
      <p:sp>
        <p:nvSpPr>
          <p:cNvPr id="572" name="Logisch..oder?"/>
          <p:cNvSpPr txBox="1"/>
          <p:nvPr/>
        </p:nvSpPr>
        <p:spPr>
          <a:xfrm rot="20561763">
            <a:off x="9946812" y="5836082"/>
            <a:ext cx="2047335" cy="396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 b="1" i="1">
                <a:solidFill>
                  <a:srgbClr val="FFC457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Logisch..oder?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eingesetzter-Film.png" descr="eingesetzter-Film.png"/>
          <p:cNvPicPr>
            <a:picLocks noChangeAspect="1"/>
          </p:cNvPicPr>
          <p:nvPr/>
        </p:nvPicPr>
        <p:blipFill>
          <a:blip r:embed="rId2"/>
          <a:srcRect l="4380" t="8" r="4380" b="8"/>
          <a:stretch>
            <a:fillRect/>
          </a:stretch>
        </p:blipFill>
        <p:spPr>
          <a:xfrm>
            <a:off x="1225419" y="0"/>
            <a:ext cx="9286711" cy="71914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eingesetzter-Film.png" descr="eingesetzter-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74" y="0"/>
            <a:ext cx="8667651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eingesetzter-Film.png" descr="eingesetzter-Film.png"/>
          <p:cNvPicPr>
            <a:picLocks noChangeAspect="1"/>
          </p:cNvPicPr>
          <p:nvPr/>
        </p:nvPicPr>
        <p:blipFill>
          <a:blip r:embed="rId2"/>
          <a:srcRect l="3795" r="11312"/>
          <a:stretch>
            <a:fillRect/>
          </a:stretch>
        </p:blipFill>
        <p:spPr>
          <a:xfrm>
            <a:off x="1320204" y="-546300"/>
            <a:ext cx="9551555" cy="79507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591" name="Gruppieren"/>
          <p:cNvGrpSpPr/>
          <p:nvPr/>
        </p:nvGrpSpPr>
        <p:grpSpPr>
          <a:xfrm>
            <a:off x="-10" y="-2849"/>
            <a:ext cx="12192020" cy="6863689"/>
            <a:chOff x="0" y="-2"/>
            <a:chExt cx="12192019" cy="6863687"/>
          </a:xfrm>
        </p:grpSpPr>
        <p:pic>
          <p:nvPicPr>
            <p:cNvPr id="581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1639727"/>
              <a:ext cx="5218187" cy="52178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2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519" y="1"/>
              <a:ext cx="4322075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3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90" y="1231320"/>
              <a:ext cx="5504700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86" name="Gruppieren"/>
            <p:cNvGrpSpPr/>
            <p:nvPr/>
          </p:nvGrpSpPr>
          <p:grpSpPr>
            <a:xfrm>
              <a:off x="688847" y="-2"/>
              <a:ext cx="10802137" cy="6857595"/>
              <a:chOff x="0" y="-1"/>
              <a:chExt cx="10802136" cy="6857593"/>
            </a:xfrm>
          </p:grpSpPr>
          <p:pic>
            <p:nvPicPr>
              <p:cNvPr id="584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3" y="-2"/>
                <a:ext cx="5401073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85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" y="-2"/>
                <a:ext cx="5401070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589" name="Gruppieren"/>
            <p:cNvGrpSpPr/>
            <p:nvPr/>
          </p:nvGrpSpPr>
          <p:grpSpPr>
            <a:xfrm>
              <a:off x="8759955" y="-3"/>
              <a:ext cx="3432064" cy="6857595"/>
              <a:chOff x="-1" y="0"/>
              <a:chExt cx="3432063" cy="6857593"/>
            </a:xfrm>
          </p:grpSpPr>
          <p:pic>
            <p:nvPicPr>
              <p:cNvPr id="587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2" y="3431841"/>
                <a:ext cx="3432065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88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2" y="-1"/>
                <a:ext cx="3432065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90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230" y="274305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92" name="Oval"/>
          <p:cNvSpPr/>
          <p:nvPr/>
        </p:nvSpPr>
        <p:spPr>
          <a:xfrm>
            <a:off x="1411287" y="1027112"/>
            <a:ext cx="1514483" cy="1452573"/>
          </a:xfrm>
          <a:prstGeom prst="ellipse">
            <a:avLst/>
          </a:prstGeom>
          <a:solidFill>
            <a:srgbClr val="FFFB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593" name="image57.png" descr="image5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610" y="276225"/>
            <a:ext cx="1181104" cy="1903416"/>
          </a:xfrm>
          <a:prstGeom prst="rect">
            <a:avLst/>
          </a:prstGeom>
          <a:ln w="12700">
            <a:miter lim="400000"/>
          </a:ln>
        </p:spPr>
      </p:pic>
      <p:sp>
        <p:nvSpPr>
          <p:cNvPr id="594" name="Ohne Ambassador:…"/>
          <p:cNvSpPr txBox="1"/>
          <p:nvPr/>
        </p:nvSpPr>
        <p:spPr>
          <a:xfrm>
            <a:off x="7149782" y="2717799"/>
            <a:ext cx="4890141" cy="3334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Ohne Ambassador:</a:t>
            </a:r>
          </a:p>
          <a:p>
            <a:pPr marL="1079500" indent="-1079500">
              <a:lnSpc>
                <a:spcPct val="125000"/>
              </a:lnSpc>
              <a:spcBef>
                <a:spcPts val="600"/>
              </a:spcBef>
              <a:defRPr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 3.000 l Heizöl p.a.   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</a:t>
            </a:r>
            <a:r>
              <a:rPr>
                <a:solidFill>
                  <a:srgbClr val="FFFFFF"/>
                </a:solidFill>
              </a:rPr>
              <a:t>Mit Ambassador:</a:t>
            </a:r>
          </a:p>
          <a:p>
            <a:pPr marL="1079500" indent="-1079500">
              <a:lnSpc>
                <a:spcPct val="125000"/>
              </a:lnSpc>
              <a:spcBef>
                <a:spcPts val="6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 2.000 l Heizöl p.a.   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</a:t>
            </a:r>
            <a:r>
              <a:rPr>
                <a:solidFill>
                  <a:srgbClr val="92D050"/>
                </a:solidFill>
              </a:rPr>
              <a:t>Mögliche Ersparnis:</a:t>
            </a:r>
          </a:p>
          <a:p>
            <a:pPr marL="1079500" indent="-1079500">
              <a:lnSpc>
                <a:spcPct val="125000"/>
              </a:lnSpc>
              <a:spcBef>
                <a:spcPts val="600"/>
              </a:spcBef>
              <a:defRPr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1.200 € p.a.</a:t>
            </a:r>
          </a:p>
          <a:p>
            <a:pPr marL="1079500" indent="-1079500">
              <a:lnSpc>
                <a:spcPct val="125000"/>
              </a:lnSpc>
              <a:spcBef>
                <a:spcPts val="600"/>
              </a:spcBef>
              <a:defRPr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1.000 l Heizöl p.a.</a:t>
            </a:r>
          </a:p>
          <a:p>
            <a:pPr marL="1079500" indent="-1079500">
              <a:lnSpc>
                <a:spcPct val="125000"/>
              </a:lnSpc>
              <a:spcBef>
                <a:spcPts val="600"/>
              </a:spcBef>
              <a:defRPr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3 Tonnen Co2 p.a.</a:t>
            </a:r>
          </a:p>
        </p:txBody>
      </p:sp>
      <p:sp>
        <p:nvSpPr>
          <p:cNvPr id="595" name="Beispielrechnung:…"/>
          <p:cNvSpPr txBox="1"/>
          <p:nvPr/>
        </p:nvSpPr>
        <p:spPr>
          <a:xfrm>
            <a:off x="7132318" y="1147762"/>
            <a:ext cx="4463102" cy="1482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b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Beispielrechnung: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So viel können Sie einsparen:</a:t>
            </a:r>
          </a:p>
        </p:txBody>
      </p:sp>
      <p:sp>
        <p:nvSpPr>
          <p:cNvPr id="596" name="Bis zu…"/>
          <p:cNvSpPr txBox="1"/>
          <p:nvPr/>
        </p:nvSpPr>
        <p:spPr>
          <a:xfrm>
            <a:off x="1599351" y="949284"/>
            <a:ext cx="2691454" cy="134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4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      Bis zu</a:t>
            </a:r>
          </a:p>
          <a:p>
            <a:pPr>
              <a:defRPr sz="32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35%</a:t>
            </a:r>
          </a:p>
          <a:p>
            <a:pPr>
              <a:defRPr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+ Strom-</a:t>
            </a:r>
          </a:p>
          <a:p>
            <a:pPr>
              <a:defRPr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ersparnis</a:t>
            </a:r>
          </a:p>
        </p:txBody>
      </p:sp>
      <p:pic>
        <p:nvPicPr>
          <p:cNvPr id="597" name="image1.jpeg" descr="image1.jpeg"/>
          <p:cNvPicPr>
            <a:picLocks noChangeAspect="1"/>
          </p:cNvPicPr>
          <p:nvPr/>
        </p:nvPicPr>
        <p:blipFill>
          <a:blip r:embed="rId11"/>
          <a:srcRect l="1382" t="6883" r="3039" b="25573"/>
          <a:stretch>
            <a:fillRect/>
          </a:stretch>
        </p:blipFill>
        <p:spPr>
          <a:xfrm>
            <a:off x="3071400" y="4599564"/>
            <a:ext cx="2544999" cy="1348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5" h="21576" extrusionOk="0">
                <a:moveTo>
                  <a:pt x="9119" y="6"/>
                </a:moveTo>
                <a:cubicBezTo>
                  <a:pt x="3850" y="-13"/>
                  <a:pt x="1348" y="10"/>
                  <a:pt x="1134" y="82"/>
                </a:cubicBezTo>
                <a:cubicBezTo>
                  <a:pt x="983" y="133"/>
                  <a:pt x="889" y="192"/>
                  <a:pt x="764" y="304"/>
                </a:cubicBezTo>
                <a:cubicBezTo>
                  <a:pt x="639" y="416"/>
                  <a:pt x="395" y="725"/>
                  <a:pt x="360" y="819"/>
                </a:cubicBezTo>
                <a:cubicBezTo>
                  <a:pt x="347" y="855"/>
                  <a:pt x="305" y="947"/>
                  <a:pt x="266" y="1028"/>
                </a:cubicBezTo>
                <a:cubicBezTo>
                  <a:pt x="227" y="1108"/>
                  <a:pt x="195" y="1188"/>
                  <a:pt x="195" y="1206"/>
                </a:cubicBezTo>
                <a:cubicBezTo>
                  <a:pt x="195" y="1225"/>
                  <a:pt x="178" y="1285"/>
                  <a:pt x="158" y="1339"/>
                </a:cubicBezTo>
                <a:cubicBezTo>
                  <a:pt x="138" y="1393"/>
                  <a:pt x="99" y="1562"/>
                  <a:pt x="71" y="1714"/>
                </a:cubicBezTo>
                <a:cubicBezTo>
                  <a:pt x="28" y="1950"/>
                  <a:pt x="20" y="2082"/>
                  <a:pt x="10" y="2584"/>
                </a:cubicBezTo>
                <a:cubicBezTo>
                  <a:pt x="4" y="2909"/>
                  <a:pt x="-1" y="3191"/>
                  <a:pt x="0" y="3212"/>
                </a:cubicBezTo>
                <a:cubicBezTo>
                  <a:pt x="1" y="3232"/>
                  <a:pt x="9" y="3490"/>
                  <a:pt x="17" y="3784"/>
                </a:cubicBezTo>
                <a:cubicBezTo>
                  <a:pt x="25" y="4079"/>
                  <a:pt x="39" y="4343"/>
                  <a:pt x="50" y="4374"/>
                </a:cubicBezTo>
                <a:cubicBezTo>
                  <a:pt x="68" y="4427"/>
                  <a:pt x="77" y="4639"/>
                  <a:pt x="118" y="5962"/>
                </a:cubicBezTo>
                <a:cubicBezTo>
                  <a:pt x="152" y="7067"/>
                  <a:pt x="159" y="7234"/>
                  <a:pt x="178" y="7270"/>
                </a:cubicBezTo>
                <a:cubicBezTo>
                  <a:pt x="188" y="7289"/>
                  <a:pt x="195" y="7519"/>
                  <a:pt x="195" y="7778"/>
                </a:cubicBezTo>
                <a:cubicBezTo>
                  <a:pt x="195" y="8059"/>
                  <a:pt x="205" y="8287"/>
                  <a:pt x="219" y="8349"/>
                </a:cubicBezTo>
                <a:cubicBezTo>
                  <a:pt x="261" y="8534"/>
                  <a:pt x="278" y="9124"/>
                  <a:pt x="286" y="10705"/>
                </a:cubicBezTo>
                <a:cubicBezTo>
                  <a:pt x="291" y="11644"/>
                  <a:pt x="302" y="12270"/>
                  <a:pt x="313" y="12292"/>
                </a:cubicBezTo>
                <a:cubicBezTo>
                  <a:pt x="324" y="12312"/>
                  <a:pt x="333" y="12375"/>
                  <a:pt x="333" y="12432"/>
                </a:cubicBezTo>
                <a:cubicBezTo>
                  <a:pt x="333" y="12489"/>
                  <a:pt x="341" y="12568"/>
                  <a:pt x="350" y="12603"/>
                </a:cubicBezTo>
                <a:cubicBezTo>
                  <a:pt x="373" y="12688"/>
                  <a:pt x="413" y="12962"/>
                  <a:pt x="424" y="13124"/>
                </a:cubicBezTo>
                <a:cubicBezTo>
                  <a:pt x="429" y="13195"/>
                  <a:pt x="441" y="13287"/>
                  <a:pt x="451" y="13327"/>
                </a:cubicBezTo>
                <a:cubicBezTo>
                  <a:pt x="461" y="13368"/>
                  <a:pt x="473" y="13622"/>
                  <a:pt x="478" y="13886"/>
                </a:cubicBezTo>
                <a:cubicBezTo>
                  <a:pt x="496" y="14861"/>
                  <a:pt x="524" y="15100"/>
                  <a:pt x="646" y="15333"/>
                </a:cubicBezTo>
                <a:cubicBezTo>
                  <a:pt x="781" y="15587"/>
                  <a:pt x="721" y="15575"/>
                  <a:pt x="2073" y="15606"/>
                </a:cubicBezTo>
                <a:cubicBezTo>
                  <a:pt x="3390" y="15635"/>
                  <a:pt x="4218" y="15693"/>
                  <a:pt x="4409" y="15765"/>
                </a:cubicBezTo>
                <a:cubicBezTo>
                  <a:pt x="4461" y="15785"/>
                  <a:pt x="4480" y="15811"/>
                  <a:pt x="4480" y="15860"/>
                </a:cubicBezTo>
                <a:cubicBezTo>
                  <a:pt x="4480" y="15897"/>
                  <a:pt x="4489" y="15937"/>
                  <a:pt x="4500" y="15949"/>
                </a:cubicBezTo>
                <a:cubicBezTo>
                  <a:pt x="4510" y="15962"/>
                  <a:pt x="4520" y="16139"/>
                  <a:pt x="4521" y="16349"/>
                </a:cubicBezTo>
                <a:cubicBezTo>
                  <a:pt x="4521" y="16621"/>
                  <a:pt x="4530" y="16748"/>
                  <a:pt x="4551" y="16800"/>
                </a:cubicBezTo>
                <a:cubicBezTo>
                  <a:pt x="4574" y="16857"/>
                  <a:pt x="4581" y="17003"/>
                  <a:pt x="4581" y="17473"/>
                </a:cubicBezTo>
                <a:cubicBezTo>
                  <a:pt x="4581" y="17834"/>
                  <a:pt x="4586" y="18081"/>
                  <a:pt x="4598" y="18095"/>
                </a:cubicBezTo>
                <a:cubicBezTo>
                  <a:pt x="4609" y="18107"/>
                  <a:pt x="4618" y="18219"/>
                  <a:pt x="4618" y="18349"/>
                </a:cubicBezTo>
                <a:cubicBezTo>
                  <a:pt x="4618" y="18478"/>
                  <a:pt x="4627" y="18597"/>
                  <a:pt x="4638" y="18610"/>
                </a:cubicBezTo>
                <a:cubicBezTo>
                  <a:pt x="4648" y="18622"/>
                  <a:pt x="4659" y="18687"/>
                  <a:pt x="4659" y="18756"/>
                </a:cubicBezTo>
                <a:cubicBezTo>
                  <a:pt x="4659" y="18825"/>
                  <a:pt x="4668" y="18896"/>
                  <a:pt x="4679" y="18908"/>
                </a:cubicBezTo>
                <a:cubicBezTo>
                  <a:pt x="4690" y="18921"/>
                  <a:pt x="4696" y="19002"/>
                  <a:pt x="4696" y="19092"/>
                </a:cubicBezTo>
                <a:cubicBezTo>
                  <a:pt x="4696" y="19183"/>
                  <a:pt x="4710" y="19318"/>
                  <a:pt x="4726" y="19391"/>
                </a:cubicBezTo>
                <a:cubicBezTo>
                  <a:pt x="4742" y="19464"/>
                  <a:pt x="4756" y="19629"/>
                  <a:pt x="4756" y="19759"/>
                </a:cubicBezTo>
                <a:cubicBezTo>
                  <a:pt x="4756" y="19889"/>
                  <a:pt x="4767" y="20031"/>
                  <a:pt x="4780" y="20070"/>
                </a:cubicBezTo>
                <a:cubicBezTo>
                  <a:pt x="4799" y="20127"/>
                  <a:pt x="4799" y="20173"/>
                  <a:pt x="4780" y="20305"/>
                </a:cubicBezTo>
                <a:cubicBezTo>
                  <a:pt x="4750" y="20519"/>
                  <a:pt x="4749" y="20718"/>
                  <a:pt x="4780" y="20883"/>
                </a:cubicBezTo>
                <a:cubicBezTo>
                  <a:pt x="4813" y="21061"/>
                  <a:pt x="4820" y="21078"/>
                  <a:pt x="4914" y="21200"/>
                </a:cubicBezTo>
                <a:lnTo>
                  <a:pt x="4999" y="21308"/>
                </a:lnTo>
                <a:lnTo>
                  <a:pt x="6389" y="21333"/>
                </a:lnTo>
                <a:cubicBezTo>
                  <a:pt x="7154" y="21348"/>
                  <a:pt x="9044" y="21368"/>
                  <a:pt x="10589" y="21378"/>
                </a:cubicBezTo>
                <a:cubicBezTo>
                  <a:pt x="12133" y="21388"/>
                  <a:pt x="13440" y="21411"/>
                  <a:pt x="13494" y="21429"/>
                </a:cubicBezTo>
                <a:cubicBezTo>
                  <a:pt x="13547" y="21447"/>
                  <a:pt x="14110" y="21463"/>
                  <a:pt x="14743" y="21467"/>
                </a:cubicBezTo>
                <a:cubicBezTo>
                  <a:pt x="15473" y="21471"/>
                  <a:pt x="15916" y="21494"/>
                  <a:pt x="15948" y="21518"/>
                </a:cubicBezTo>
                <a:cubicBezTo>
                  <a:pt x="15978" y="21540"/>
                  <a:pt x="16063" y="21542"/>
                  <a:pt x="16147" y="21530"/>
                </a:cubicBezTo>
                <a:cubicBezTo>
                  <a:pt x="16228" y="21517"/>
                  <a:pt x="16320" y="21524"/>
                  <a:pt x="16352" y="21543"/>
                </a:cubicBezTo>
                <a:cubicBezTo>
                  <a:pt x="16427" y="21587"/>
                  <a:pt x="19820" y="21587"/>
                  <a:pt x="19954" y="21543"/>
                </a:cubicBezTo>
                <a:cubicBezTo>
                  <a:pt x="20206" y="21461"/>
                  <a:pt x="20369" y="21354"/>
                  <a:pt x="20566" y="21137"/>
                </a:cubicBezTo>
                <a:cubicBezTo>
                  <a:pt x="20727" y="20958"/>
                  <a:pt x="20744" y="20930"/>
                  <a:pt x="20906" y="20578"/>
                </a:cubicBezTo>
                <a:cubicBezTo>
                  <a:pt x="21031" y="20305"/>
                  <a:pt x="21139" y="19974"/>
                  <a:pt x="21139" y="19848"/>
                </a:cubicBezTo>
                <a:cubicBezTo>
                  <a:pt x="21139" y="19815"/>
                  <a:pt x="21145" y="19771"/>
                  <a:pt x="21155" y="19752"/>
                </a:cubicBezTo>
                <a:cubicBezTo>
                  <a:pt x="21236" y="19582"/>
                  <a:pt x="21258" y="18850"/>
                  <a:pt x="21303" y="15117"/>
                </a:cubicBezTo>
                <a:cubicBezTo>
                  <a:pt x="21308" y="14639"/>
                  <a:pt x="21324" y="14236"/>
                  <a:pt x="21334" y="14216"/>
                </a:cubicBezTo>
                <a:cubicBezTo>
                  <a:pt x="21345" y="14195"/>
                  <a:pt x="21354" y="13800"/>
                  <a:pt x="21354" y="13251"/>
                </a:cubicBezTo>
                <a:cubicBezTo>
                  <a:pt x="21354" y="12616"/>
                  <a:pt x="21359" y="12287"/>
                  <a:pt x="21374" y="12216"/>
                </a:cubicBezTo>
                <a:cubicBezTo>
                  <a:pt x="21397" y="12116"/>
                  <a:pt x="21405" y="11875"/>
                  <a:pt x="21452" y="9213"/>
                </a:cubicBezTo>
                <a:cubicBezTo>
                  <a:pt x="21462" y="8634"/>
                  <a:pt x="21478" y="7829"/>
                  <a:pt x="21489" y="7422"/>
                </a:cubicBezTo>
                <a:cubicBezTo>
                  <a:pt x="21500" y="7016"/>
                  <a:pt x="21517" y="6257"/>
                  <a:pt x="21526" y="5739"/>
                </a:cubicBezTo>
                <a:cubicBezTo>
                  <a:pt x="21535" y="5180"/>
                  <a:pt x="21552" y="4741"/>
                  <a:pt x="21566" y="4660"/>
                </a:cubicBezTo>
                <a:cubicBezTo>
                  <a:pt x="21599" y="4473"/>
                  <a:pt x="21585" y="2578"/>
                  <a:pt x="21549" y="2343"/>
                </a:cubicBezTo>
                <a:cubicBezTo>
                  <a:pt x="21536" y="2251"/>
                  <a:pt x="21515" y="2121"/>
                  <a:pt x="21505" y="2050"/>
                </a:cubicBezTo>
                <a:cubicBezTo>
                  <a:pt x="21481" y="1890"/>
                  <a:pt x="21457" y="1774"/>
                  <a:pt x="21408" y="1606"/>
                </a:cubicBezTo>
                <a:cubicBezTo>
                  <a:pt x="21387" y="1535"/>
                  <a:pt x="21362" y="1445"/>
                  <a:pt x="21357" y="1409"/>
                </a:cubicBezTo>
                <a:cubicBezTo>
                  <a:pt x="21351" y="1374"/>
                  <a:pt x="21339" y="1346"/>
                  <a:pt x="21330" y="1346"/>
                </a:cubicBezTo>
                <a:cubicBezTo>
                  <a:pt x="21320" y="1346"/>
                  <a:pt x="21314" y="1320"/>
                  <a:pt x="21314" y="1289"/>
                </a:cubicBezTo>
                <a:cubicBezTo>
                  <a:pt x="21314" y="1204"/>
                  <a:pt x="21019" y="665"/>
                  <a:pt x="20926" y="577"/>
                </a:cubicBezTo>
                <a:cubicBezTo>
                  <a:pt x="20881" y="534"/>
                  <a:pt x="20842" y="483"/>
                  <a:pt x="20836" y="463"/>
                </a:cubicBezTo>
                <a:cubicBezTo>
                  <a:pt x="20829" y="444"/>
                  <a:pt x="20773" y="392"/>
                  <a:pt x="20711" y="349"/>
                </a:cubicBezTo>
                <a:cubicBezTo>
                  <a:pt x="20650" y="307"/>
                  <a:pt x="20581" y="259"/>
                  <a:pt x="20560" y="241"/>
                </a:cubicBezTo>
                <a:cubicBezTo>
                  <a:pt x="20473" y="168"/>
                  <a:pt x="20379" y="118"/>
                  <a:pt x="20267" y="82"/>
                </a:cubicBezTo>
                <a:cubicBezTo>
                  <a:pt x="20191" y="58"/>
                  <a:pt x="19143" y="36"/>
                  <a:pt x="17321" y="31"/>
                </a:cubicBezTo>
                <a:cubicBezTo>
                  <a:pt x="15765" y="26"/>
                  <a:pt x="12070" y="17"/>
                  <a:pt x="9119" y="6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98" name="image18.jpeg" descr="image18.jpeg"/>
          <p:cNvPicPr>
            <a:picLocks noChangeAspect="1"/>
          </p:cNvPicPr>
          <p:nvPr/>
        </p:nvPicPr>
        <p:blipFill>
          <a:blip r:embed="rId12"/>
          <a:srcRect l="1377" t="9336" r="196" b="15788"/>
          <a:stretch>
            <a:fillRect/>
          </a:stretch>
        </p:blipFill>
        <p:spPr>
          <a:xfrm>
            <a:off x="1252454" y="4880199"/>
            <a:ext cx="1180895" cy="11978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1" h="21596" extrusionOk="0">
                <a:moveTo>
                  <a:pt x="14408" y="2"/>
                </a:moveTo>
                <a:cubicBezTo>
                  <a:pt x="14148" y="-4"/>
                  <a:pt x="14132" y="3"/>
                  <a:pt x="14067" y="59"/>
                </a:cubicBezTo>
                <a:cubicBezTo>
                  <a:pt x="13953" y="156"/>
                  <a:pt x="13932" y="230"/>
                  <a:pt x="13915" y="710"/>
                </a:cubicBezTo>
                <a:cubicBezTo>
                  <a:pt x="13906" y="973"/>
                  <a:pt x="13883" y="1252"/>
                  <a:pt x="13857" y="1376"/>
                </a:cubicBezTo>
                <a:cubicBezTo>
                  <a:pt x="13806" y="1624"/>
                  <a:pt x="13775" y="2863"/>
                  <a:pt x="13814" y="3107"/>
                </a:cubicBezTo>
                <a:cubicBezTo>
                  <a:pt x="13827" y="3188"/>
                  <a:pt x="13826" y="3299"/>
                  <a:pt x="13814" y="3358"/>
                </a:cubicBezTo>
                <a:cubicBezTo>
                  <a:pt x="13788" y="3485"/>
                  <a:pt x="13829" y="3879"/>
                  <a:pt x="13879" y="3973"/>
                </a:cubicBezTo>
                <a:cubicBezTo>
                  <a:pt x="13924" y="4058"/>
                  <a:pt x="13924" y="4168"/>
                  <a:pt x="13879" y="4288"/>
                </a:cubicBezTo>
                <a:cubicBezTo>
                  <a:pt x="13844" y="4380"/>
                  <a:pt x="13805" y="4599"/>
                  <a:pt x="13785" y="4774"/>
                </a:cubicBezTo>
                <a:cubicBezTo>
                  <a:pt x="13779" y="4822"/>
                  <a:pt x="13757" y="4923"/>
                  <a:pt x="13734" y="5003"/>
                </a:cubicBezTo>
                <a:cubicBezTo>
                  <a:pt x="13711" y="5082"/>
                  <a:pt x="13691" y="5187"/>
                  <a:pt x="13691" y="5232"/>
                </a:cubicBezTo>
                <a:cubicBezTo>
                  <a:pt x="13691" y="5276"/>
                  <a:pt x="13676" y="5349"/>
                  <a:pt x="13662" y="5397"/>
                </a:cubicBezTo>
                <a:cubicBezTo>
                  <a:pt x="13633" y="5492"/>
                  <a:pt x="13607" y="5671"/>
                  <a:pt x="13560" y="6120"/>
                </a:cubicBezTo>
                <a:cubicBezTo>
                  <a:pt x="13544" y="6278"/>
                  <a:pt x="13529" y="6425"/>
                  <a:pt x="13524" y="6442"/>
                </a:cubicBezTo>
                <a:cubicBezTo>
                  <a:pt x="13512" y="6485"/>
                  <a:pt x="12449" y="6485"/>
                  <a:pt x="12329" y="6442"/>
                </a:cubicBezTo>
                <a:cubicBezTo>
                  <a:pt x="12265" y="6419"/>
                  <a:pt x="12237" y="6419"/>
                  <a:pt x="12192" y="6442"/>
                </a:cubicBezTo>
                <a:cubicBezTo>
                  <a:pt x="12151" y="6463"/>
                  <a:pt x="11821" y="6477"/>
                  <a:pt x="11054" y="6484"/>
                </a:cubicBezTo>
                <a:cubicBezTo>
                  <a:pt x="10013" y="6493"/>
                  <a:pt x="9779" y="6502"/>
                  <a:pt x="9729" y="6549"/>
                </a:cubicBezTo>
                <a:cubicBezTo>
                  <a:pt x="9716" y="6561"/>
                  <a:pt x="9552" y="6570"/>
                  <a:pt x="9367" y="6570"/>
                </a:cubicBezTo>
                <a:cubicBezTo>
                  <a:pt x="9181" y="6570"/>
                  <a:pt x="9014" y="6580"/>
                  <a:pt x="8990" y="6592"/>
                </a:cubicBezTo>
                <a:cubicBezTo>
                  <a:pt x="8852" y="6660"/>
                  <a:pt x="8664" y="6699"/>
                  <a:pt x="8454" y="6699"/>
                </a:cubicBezTo>
                <a:cubicBezTo>
                  <a:pt x="8328" y="6699"/>
                  <a:pt x="8216" y="6707"/>
                  <a:pt x="8208" y="6721"/>
                </a:cubicBezTo>
                <a:cubicBezTo>
                  <a:pt x="8199" y="6735"/>
                  <a:pt x="8138" y="6749"/>
                  <a:pt x="8070" y="6749"/>
                </a:cubicBezTo>
                <a:cubicBezTo>
                  <a:pt x="8002" y="6749"/>
                  <a:pt x="7941" y="6757"/>
                  <a:pt x="7933" y="6771"/>
                </a:cubicBezTo>
                <a:cubicBezTo>
                  <a:pt x="7924" y="6785"/>
                  <a:pt x="7840" y="6799"/>
                  <a:pt x="7744" y="6799"/>
                </a:cubicBezTo>
                <a:cubicBezTo>
                  <a:pt x="7648" y="6799"/>
                  <a:pt x="7557" y="6807"/>
                  <a:pt x="7549" y="6821"/>
                </a:cubicBezTo>
                <a:cubicBezTo>
                  <a:pt x="7540" y="6836"/>
                  <a:pt x="7397" y="6849"/>
                  <a:pt x="7208" y="6849"/>
                </a:cubicBezTo>
                <a:cubicBezTo>
                  <a:pt x="6951" y="6849"/>
                  <a:pt x="6878" y="6856"/>
                  <a:pt x="6853" y="6885"/>
                </a:cubicBezTo>
                <a:cubicBezTo>
                  <a:pt x="6836" y="6906"/>
                  <a:pt x="6792" y="6921"/>
                  <a:pt x="6752" y="6921"/>
                </a:cubicBezTo>
                <a:cubicBezTo>
                  <a:pt x="6712" y="6921"/>
                  <a:pt x="6680" y="6936"/>
                  <a:pt x="6680" y="6950"/>
                </a:cubicBezTo>
                <a:cubicBezTo>
                  <a:pt x="6680" y="6965"/>
                  <a:pt x="6571" y="6971"/>
                  <a:pt x="6412" y="6971"/>
                </a:cubicBezTo>
                <a:cubicBezTo>
                  <a:pt x="6263" y="6971"/>
                  <a:pt x="6145" y="6986"/>
                  <a:pt x="6136" y="7000"/>
                </a:cubicBezTo>
                <a:cubicBezTo>
                  <a:pt x="6128" y="7014"/>
                  <a:pt x="6067" y="7021"/>
                  <a:pt x="6006" y="7021"/>
                </a:cubicBezTo>
                <a:cubicBezTo>
                  <a:pt x="5945" y="7021"/>
                  <a:pt x="5891" y="7036"/>
                  <a:pt x="5883" y="7050"/>
                </a:cubicBezTo>
                <a:cubicBezTo>
                  <a:pt x="5874" y="7064"/>
                  <a:pt x="5788" y="7071"/>
                  <a:pt x="5695" y="7071"/>
                </a:cubicBezTo>
                <a:cubicBezTo>
                  <a:pt x="5594" y="7071"/>
                  <a:pt x="5499" y="7085"/>
                  <a:pt x="5456" y="7107"/>
                </a:cubicBezTo>
                <a:cubicBezTo>
                  <a:pt x="5416" y="7128"/>
                  <a:pt x="5366" y="7150"/>
                  <a:pt x="5347" y="7150"/>
                </a:cubicBezTo>
                <a:cubicBezTo>
                  <a:pt x="5327" y="7150"/>
                  <a:pt x="5288" y="7157"/>
                  <a:pt x="5260" y="7171"/>
                </a:cubicBezTo>
                <a:cubicBezTo>
                  <a:pt x="5232" y="7184"/>
                  <a:pt x="5186" y="7207"/>
                  <a:pt x="5159" y="7221"/>
                </a:cubicBezTo>
                <a:cubicBezTo>
                  <a:pt x="5131" y="7234"/>
                  <a:pt x="5084" y="7250"/>
                  <a:pt x="5050" y="7250"/>
                </a:cubicBezTo>
                <a:cubicBezTo>
                  <a:pt x="5016" y="7250"/>
                  <a:pt x="4934" y="7272"/>
                  <a:pt x="4869" y="7307"/>
                </a:cubicBezTo>
                <a:cubicBezTo>
                  <a:pt x="4803" y="7341"/>
                  <a:pt x="4727" y="7372"/>
                  <a:pt x="4702" y="7372"/>
                </a:cubicBezTo>
                <a:cubicBezTo>
                  <a:pt x="4678" y="7372"/>
                  <a:pt x="4611" y="7395"/>
                  <a:pt x="4557" y="7422"/>
                </a:cubicBezTo>
                <a:cubicBezTo>
                  <a:pt x="4504" y="7449"/>
                  <a:pt x="4395" y="7500"/>
                  <a:pt x="4311" y="7536"/>
                </a:cubicBezTo>
                <a:cubicBezTo>
                  <a:pt x="4045" y="7652"/>
                  <a:pt x="3935" y="7707"/>
                  <a:pt x="3855" y="7765"/>
                </a:cubicBezTo>
                <a:cubicBezTo>
                  <a:pt x="3812" y="7797"/>
                  <a:pt x="3755" y="7822"/>
                  <a:pt x="3732" y="7822"/>
                </a:cubicBezTo>
                <a:cubicBezTo>
                  <a:pt x="3708" y="7822"/>
                  <a:pt x="3665" y="7830"/>
                  <a:pt x="3638" y="7844"/>
                </a:cubicBezTo>
                <a:cubicBezTo>
                  <a:pt x="3535" y="7895"/>
                  <a:pt x="3474" y="7934"/>
                  <a:pt x="3362" y="7994"/>
                </a:cubicBezTo>
                <a:cubicBezTo>
                  <a:pt x="3299" y="8029"/>
                  <a:pt x="3219" y="8065"/>
                  <a:pt x="3188" y="8080"/>
                </a:cubicBezTo>
                <a:cubicBezTo>
                  <a:pt x="3156" y="8096"/>
                  <a:pt x="3138" y="8120"/>
                  <a:pt x="3138" y="8130"/>
                </a:cubicBezTo>
                <a:cubicBezTo>
                  <a:pt x="3138" y="8141"/>
                  <a:pt x="3123" y="8144"/>
                  <a:pt x="3109" y="8144"/>
                </a:cubicBezTo>
                <a:cubicBezTo>
                  <a:pt x="3079" y="8144"/>
                  <a:pt x="3039" y="8173"/>
                  <a:pt x="2906" y="8295"/>
                </a:cubicBezTo>
                <a:cubicBezTo>
                  <a:pt x="2854" y="8343"/>
                  <a:pt x="2786" y="8411"/>
                  <a:pt x="2747" y="8438"/>
                </a:cubicBezTo>
                <a:cubicBezTo>
                  <a:pt x="2449" y="8649"/>
                  <a:pt x="1809" y="9304"/>
                  <a:pt x="1667" y="9554"/>
                </a:cubicBezTo>
                <a:cubicBezTo>
                  <a:pt x="1625" y="9627"/>
                  <a:pt x="1535" y="9769"/>
                  <a:pt x="1465" y="9862"/>
                </a:cubicBezTo>
                <a:cubicBezTo>
                  <a:pt x="1394" y="9955"/>
                  <a:pt x="1334" y="10042"/>
                  <a:pt x="1334" y="10055"/>
                </a:cubicBezTo>
                <a:cubicBezTo>
                  <a:pt x="1334" y="10068"/>
                  <a:pt x="1286" y="10142"/>
                  <a:pt x="1226" y="10227"/>
                </a:cubicBezTo>
                <a:cubicBezTo>
                  <a:pt x="1064" y="10453"/>
                  <a:pt x="733" y="11062"/>
                  <a:pt x="733" y="11128"/>
                </a:cubicBezTo>
                <a:cubicBezTo>
                  <a:pt x="733" y="11138"/>
                  <a:pt x="694" y="11222"/>
                  <a:pt x="653" y="11307"/>
                </a:cubicBezTo>
                <a:cubicBezTo>
                  <a:pt x="611" y="11392"/>
                  <a:pt x="549" y="11548"/>
                  <a:pt x="509" y="11658"/>
                </a:cubicBezTo>
                <a:cubicBezTo>
                  <a:pt x="468" y="11768"/>
                  <a:pt x="407" y="11910"/>
                  <a:pt x="378" y="11972"/>
                </a:cubicBezTo>
                <a:cubicBezTo>
                  <a:pt x="350" y="12033"/>
                  <a:pt x="313" y="12140"/>
                  <a:pt x="291" y="12209"/>
                </a:cubicBezTo>
                <a:cubicBezTo>
                  <a:pt x="270" y="12277"/>
                  <a:pt x="231" y="12388"/>
                  <a:pt x="204" y="12459"/>
                </a:cubicBezTo>
                <a:cubicBezTo>
                  <a:pt x="178" y="12530"/>
                  <a:pt x="135" y="12703"/>
                  <a:pt x="110" y="12838"/>
                </a:cubicBezTo>
                <a:cubicBezTo>
                  <a:pt x="86" y="12974"/>
                  <a:pt x="52" y="13119"/>
                  <a:pt x="38" y="13160"/>
                </a:cubicBezTo>
                <a:cubicBezTo>
                  <a:pt x="3" y="13265"/>
                  <a:pt x="-15" y="15006"/>
                  <a:pt x="16" y="15285"/>
                </a:cubicBezTo>
                <a:cubicBezTo>
                  <a:pt x="50" y="15587"/>
                  <a:pt x="110" y="15872"/>
                  <a:pt x="190" y="16137"/>
                </a:cubicBezTo>
                <a:cubicBezTo>
                  <a:pt x="226" y="16257"/>
                  <a:pt x="266" y="16389"/>
                  <a:pt x="277" y="16430"/>
                </a:cubicBezTo>
                <a:cubicBezTo>
                  <a:pt x="300" y="16519"/>
                  <a:pt x="407" y="16821"/>
                  <a:pt x="443" y="16888"/>
                </a:cubicBezTo>
                <a:cubicBezTo>
                  <a:pt x="458" y="16914"/>
                  <a:pt x="516" y="17014"/>
                  <a:pt x="566" y="17117"/>
                </a:cubicBezTo>
                <a:cubicBezTo>
                  <a:pt x="616" y="17220"/>
                  <a:pt x="693" y="17371"/>
                  <a:pt x="740" y="17446"/>
                </a:cubicBezTo>
                <a:cubicBezTo>
                  <a:pt x="788" y="17522"/>
                  <a:pt x="854" y="17634"/>
                  <a:pt x="885" y="17696"/>
                </a:cubicBezTo>
                <a:cubicBezTo>
                  <a:pt x="917" y="17757"/>
                  <a:pt x="961" y="17821"/>
                  <a:pt x="979" y="17840"/>
                </a:cubicBezTo>
                <a:cubicBezTo>
                  <a:pt x="998" y="17858"/>
                  <a:pt x="1037" y="17919"/>
                  <a:pt x="1066" y="17976"/>
                </a:cubicBezTo>
                <a:cubicBezTo>
                  <a:pt x="1139" y="18117"/>
                  <a:pt x="1312" y="18332"/>
                  <a:pt x="1573" y="18598"/>
                </a:cubicBezTo>
                <a:cubicBezTo>
                  <a:pt x="1625" y="18650"/>
                  <a:pt x="1680" y="18732"/>
                  <a:pt x="1704" y="18777"/>
                </a:cubicBezTo>
                <a:cubicBezTo>
                  <a:pt x="1727" y="18822"/>
                  <a:pt x="1766" y="18878"/>
                  <a:pt x="1791" y="18906"/>
                </a:cubicBezTo>
                <a:cubicBezTo>
                  <a:pt x="1816" y="18933"/>
                  <a:pt x="1869" y="19010"/>
                  <a:pt x="1906" y="19077"/>
                </a:cubicBezTo>
                <a:cubicBezTo>
                  <a:pt x="1984" y="19224"/>
                  <a:pt x="2148" y="19448"/>
                  <a:pt x="2261" y="19557"/>
                </a:cubicBezTo>
                <a:cubicBezTo>
                  <a:pt x="2306" y="19600"/>
                  <a:pt x="2372" y="19674"/>
                  <a:pt x="2413" y="19729"/>
                </a:cubicBezTo>
                <a:cubicBezTo>
                  <a:pt x="2519" y="19872"/>
                  <a:pt x="2786" y="20124"/>
                  <a:pt x="2913" y="20208"/>
                </a:cubicBezTo>
                <a:cubicBezTo>
                  <a:pt x="3026" y="20282"/>
                  <a:pt x="3135" y="20329"/>
                  <a:pt x="3290" y="20358"/>
                </a:cubicBezTo>
                <a:cubicBezTo>
                  <a:pt x="3359" y="20371"/>
                  <a:pt x="3408" y="20410"/>
                  <a:pt x="3514" y="20537"/>
                </a:cubicBezTo>
                <a:cubicBezTo>
                  <a:pt x="3648" y="20696"/>
                  <a:pt x="3877" y="20866"/>
                  <a:pt x="3956" y="20866"/>
                </a:cubicBezTo>
                <a:cubicBezTo>
                  <a:pt x="3978" y="20866"/>
                  <a:pt x="4091" y="20934"/>
                  <a:pt x="4210" y="21009"/>
                </a:cubicBezTo>
                <a:cubicBezTo>
                  <a:pt x="4409" y="21136"/>
                  <a:pt x="4442" y="21145"/>
                  <a:pt x="4579" y="21145"/>
                </a:cubicBezTo>
                <a:cubicBezTo>
                  <a:pt x="4690" y="21145"/>
                  <a:pt x="4758" y="21160"/>
                  <a:pt x="4854" y="21210"/>
                </a:cubicBezTo>
                <a:cubicBezTo>
                  <a:pt x="4925" y="21246"/>
                  <a:pt x="4985" y="21284"/>
                  <a:pt x="4985" y="21295"/>
                </a:cubicBezTo>
                <a:cubicBezTo>
                  <a:pt x="4985" y="21307"/>
                  <a:pt x="5001" y="21317"/>
                  <a:pt x="5028" y="21317"/>
                </a:cubicBezTo>
                <a:cubicBezTo>
                  <a:pt x="5055" y="21317"/>
                  <a:pt x="5085" y="21332"/>
                  <a:pt x="5093" y="21346"/>
                </a:cubicBezTo>
                <a:cubicBezTo>
                  <a:pt x="5102" y="21359"/>
                  <a:pt x="5154" y="21367"/>
                  <a:pt x="5202" y="21367"/>
                </a:cubicBezTo>
                <a:cubicBezTo>
                  <a:pt x="5250" y="21367"/>
                  <a:pt x="5289" y="21382"/>
                  <a:pt x="5289" y="21396"/>
                </a:cubicBezTo>
                <a:cubicBezTo>
                  <a:pt x="5289" y="21410"/>
                  <a:pt x="5353" y="21417"/>
                  <a:pt x="5441" y="21417"/>
                </a:cubicBezTo>
                <a:cubicBezTo>
                  <a:pt x="5530" y="21418"/>
                  <a:pt x="5630" y="21440"/>
                  <a:pt x="5666" y="21460"/>
                </a:cubicBezTo>
                <a:cubicBezTo>
                  <a:pt x="5701" y="21480"/>
                  <a:pt x="5795" y="21495"/>
                  <a:pt x="5883" y="21496"/>
                </a:cubicBezTo>
                <a:cubicBezTo>
                  <a:pt x="5969" y="21496"/>
                  <a:pt x="6048" y="21504"/>
                  <a:pt x="6057" y="21517"/>
                </a:cubicBezTo>
                <a:cubicBezTo>
                  <a:pt x="6065" y="21531"/>
                  <a:pt x="6191" y="21546"/>
                  <a:pt x="6339" y="21546"/>
                </a:cubicBezTo>
                <a:cubicBezTo>
                  <a:pt x="6487" y="21546"/>
                  <a:pt x="6606" y="21553"/>
                  <a:pt x="6614" y="21567"/>
                </a:cubicBezTo>
                <a:cubicBezTo>
                  <a:pt x="6624" y="21582"/>
                  <a:pt x="6783" y="21596"/>
                  <a:pt x="7006" y="21596"/>
                </a:cubicBezTo>
                <a:cubicBezTo>
                  <a:pt x="7230" y="21596"/>
                  <a:pt x="7387" y="21582"/>
                  <a:pt x="7397" y="21567"/>
                </a:cubicBezTo>
                <a:cubicBezTo>
                  <a:pt x="7405" y="21554"/>
                  <a:pt x="7501" y="21546"/>
                  <a:pt x="7607" y="21546"/>
                </a:cubicBezTo>
                <a:cubicBezTo>
                  <a:pt x="7713" y="21546"/>
                  <a:pt x="7839" y="21537"/>
                  <a:pt x="7882" y="21524"/>
                </a:cubicBezTo>
                <a:cubicBezTo>
                  <a:pt x="8050" y="21475"/>
                  <a:pt x="8192" y="21436"/>
                  <a:pt x="8288" y="21424"/>
                </a:cubicBezTo>
                <a:cubicBezTo>
                  <a:pt x="8344" y="21417"/>
                  <a:pt x="8397" y="21400"/>
                  <a:pt x="8411" y="21389"/>
                </a:cubicBezTo>
                <a:cubicBezTo>
                  <a:pt x="8424" y="21376"/>
                  <a:pt x="8467" y="21367"/>
                  <a:pt x="8505" y="21367"/>
                </a:cubicBezTo>
                <a:cubicBezTo>
                  <a:pt x="8543" y="21367"/>
                  <a:pt x="8583" y="21359"/>
                  <a:pt x="8592" y="21346"/>
                </a:cubicBezTo>
                <a:cubicBezTo>
                  <a:pt x="8600" y="21332"/>
                  <a:pt x="8624" y="21317"/>
                  <a:pt x="8650" y="21317"/>
                </a:cubicBezTo>
                <a:cubicBezTo>
                  <a:pt x="8675" y="21317"/>
                  <a:pt x="8733" y="21301"/>
                  <a:pt x="8773" y="21281"/>
                </a:cubicBezTo>
                <a:cubicBezTo>
                  <a:pt x="8812" y="21262"/>
                  <a:pt x="8872" y="21239"/>
                  <a:pt x="8910" y="21224"/>
                </a:cubicBezTo>
                <a:cubicBezTo>
                  <a:pt x="9109" y="21146"/>
                  <a:pt x="9129" y="21137"/>
                  <a:pt x="9251" y="21074"/>
                </a:cubicBezTo>
                <a:cubicBezTo>
                  <a:pt x="9275" y="21061"/>
                  <a:pt x="9386" y="21004"/>
                  <a:pt x="9497" y="20952"/>
                </a:cubicBezTo>
                <a:cubicBezTo>
                  <a:pt x="9608" y="20900"/>
                  <a:pt x="9707" y="20853"/>
                  <a:pt x="9714" y="20845"/>
                </a:cubicBezTo>
                <a:cubicBezTo>
                  <a:pt x="9721" y="20836"/>
                  <a:pt x="9780" y="20801"/>
                  <a:pt x="9845" y="20766"/>
                </a:cubicBezTo>
                <a:cubicBezTo>
                  <a:pt x="9909" y="20731"/>
                  <a:pt x="9985" y="20679"/>
                  <a:pt x="10011" y="20659"/>
                </a:cubicBezTo>
                <a:cubicBezTo>
                  <a:pt x="10037" y="20638"/>
                  <a:pt x="10147" y="20555"/>
                  <a:pt x="10258" y="20465"/>
                </a:cubicBezTo>
                <a:cubicBezTo>
                  <a:pt x="10370" y="20377"/>
                  <a:pt x="10497" y="20251"/>
                  <a:pt x="10540" y="20186"/>
                </a:cubicBezTo>
                <a:cubicBezTo>
                  <a:pt x="10628" y="20055"/>
                  <a:pt x="10827" y="19844"/>
                  <a:pt x="10866" y="19843"/>
                </a:cubicBezTo>
                <a:cubicBezTo>
                  <a:pt x="10880" y="19843"/>
                  <a:pt x="10918" y="19820"/>
                  <a:pt x="10953" y="19793"/>
                </a:cubicBezTo>
                <a:cubicBezTo>
                  <a:pt x="10999" y="19758"/>
                  <a:pt x="11057" y="19743"/>
                  <a:pt x="11163" y="19743"/>
                </a:cubicBezTo>
                <a:cubicBezTo>
                  <a:pt x="11303" y="19742"/>
                  <a:pt x="11378" y="19719"/>
                  <a:pt x="11627" y="19585"/>
                </a:cubicBezTo>
                <a:cubicBezTo>
                  <a:pt x="11708" y="19542"/>
                  <a:pt x="12208" y="19049"/>
                  <a:pt x="12336" y="18884"/>
                </a:cubicBezTo>
                <a:cubicBezTo>
                  <a:pt x="12379" y="18829"/>
                  <a:pt x="12463" y="18733"/>
                  <a:pt x="12525" y="18670"/>
                </a:cubicBezTo>
                <a:cubicBezTo>
                  <a:pt x="12588" y="18607"/>
                  <a:pt x="12672" y="18494"/>
                  <a:pt x="12713" y="18419"/>
                </a:cubicBezTo>
                <a:cubicBezTo>
                  <a:pt x="12753" y="18345"/>
                  <a:pt x="12815" y="18246"/>
                  <a:pt x="12851" y="18197"/>
                </a:cubicBezTo>
                <a:cubicBezTo>
                  <a:pt x="12888" y="18149"/>
                  <a:pt x="12943" y="18066"/>
                  <a:pt x="12967" y="18018"/>
                </a:cubicBezTo>
                <a:cubicBezTo>
                  <a:pt x="12991" y="17969"/>
                  <a:pt x="13041" y="17880"/>
                  <a:pt x="13082" y="17811"/>
                </a:cubicBezTo>
                <a:cubicBezTo>
                  <a:pt x="13124" y="17742"/>
                  <a:pt x="13168" y="17652"/>
                  <a:pt x="13184" y="17618"/>
                </a:cubicBezTo>
                <a:cubicBezTo>
                  <a:pt x="13199" y="17583"/>
                  <a:pt x="13275" y="17434"/>
                  <a:pt x="13350" y="17281"/>
                </a:cubicBezTo>
                <a:cubicBezTo>
                  <a:pt x="13425" y="17127"/>
                  <a:pt x="13488" y="16993"/>
                  <a:pt x="13488" y="16981"/>
                </a:cubicBezTo>
                <a:cubicBezTo>
                  <a:pt x="13488" y="16969"/>
                  <a:pt x="13543" y="16809"/>
                  <a:pt x="13611" y="16630"/>
                </a:cubicBezTo>
                <a:cubicBezTo>
                  <a:pt x="14006" y="15593"/>
                  <a:pt x="14134" y="15224"/>
                  <a:pt x="14198" y="14885"/>
                </a:cubicBezTo>
                <a:cubicBezTo>
                  <a:pt x="14210" y="14817"/>
                  <a:pt x="14234" y="14709"/>
                  <a:pt x="14249" y="14648"/>
                </a:cubicBezTo>
                <a:cubicBezTo>
                  <a:pt x="14265" y="14586"/>
                  <a:pt x="14288" y="14406"/>
                  <a:pt x="14306" y="14248"/>
                </a:cubicBezTo>
                <a:cubicBezTo>
                  <a:pt x="14324" y="14090"/>
                  <a:pt x="14357" y="13872"/>
                  <a:pt x="14379" y="13768"/>
                </a:cubicBezTo>
                <a:cubicBezTo>
                  <a:pt x="14400" y="13665"/>
                  <a:pt x="14428" y="13390"/>
                  <a:pt x="14437" y="13153"/>
                </a:cubicBezTo>
                <a:cubicBezTo>
                  <a:pt x="14445" y="12917"/>
                  <a:pt x="14465" y="12687"/>
                  <a:pt x="14480" y="12645"/>
                </a:cubicBezTo>
                <a:cubicBezTo>
                  <a:pt x="14495" y="12602"/>
                  <a:pt x="14497" y="12512"/>
                  <a:pt x="14488" y="12430"/>
                </a:cubicBezTo>
                <a:cubicBezTo>
                  <a:pt x="14480" y="12351"/>
                  <a:pt x="14462" y="11957"/>
                  <a:pt x="14451" y="11557"/>
                </a:cubicBezTo>
                <a:cubicBezTo>
                  <a:pt x="14440" y="11157"/>
                  <a:pt x="14420" y="10811"/>
                  <a:pt x="14408" y="10792"/>
                </a:cubicBezTo>
                <a:cubicBezTo>
                  <a:pt x="14396" y="10773"/>
                  <a:pt x="14383" y="10651"/>
                  <a:pt x="14372" y="10520"/>
                </a:cubicBezTo>
                <a:cubicBezTo>
                  <a:pt x="14362" y="10389"/>
                  <a:pt x="14329" y="10141"/>
                  <a:pt x="14306" y="9969"/>
                </a:cubicBezTo>
                <a:cubicBezTo>
                  <a:pt x="14284" y="9797"/>
                  <a:pt x="14262" y="9578"/>
                  <a:pt x="14249" y="9482"/>
                </a:cubicBezTo>
                <a:cubicBezTo>
                  <a:pt x="14197" y="9084"/>
                  <a:pt x="14169" y="8620"/>
                  <a:pt x="14176" y="8059"/>
                </a:cubicBezTo>
                <a:lnTo>
                  <a:pt x="14183" y="7465"/>
                </a:lnTo>
                <a:lnTo>
                  <a:pt x="14574" y="7472"/>
                </a:lnTo>
                <a:cubicBezTo>
                  <a:pt x="14790" y="7475"/>
                  <a:pt x="14982" y="7488"/>
                  <a:pt x="14995" y="7501"/>
                </a:cubicBezTo>
                <a:cubicBezTo>
                  <a:pt x="15009" y="7514"/>
                  <a:pt x="15128" y="7522"/>
                  <a:pt x="15263" y="7522"/>
                </a:cubicBezTo>
                <a:cubicBezTo>
                  <a:pt x="15400" y="7522"/>
                  <a:pt x="15514" y="7537"/>
                  <a:pt x="15523" y="7551"/>
                </a:cubicBezTo>
                <a:cubicBezTo>
                  <a:pt x="15544" y="7585"/>
                  <a:pt x="17334" y="7585"/>
                  <a:pt x="17334" y="7551"/>
                </a:cubicBezTo>
                <a:cubicBezTo>
                  <a:pt x="17334" y="7537"/>
                  <a:pt x="17370" y="7522"/>
                  <a:pt x="17414" y="7522"/>
                </a:cubicBezTo>
                <a:cubicBezTo>
                  <a:pt x="17472" y="7522"/>
                  <a:pt x="17535" y="7556"/>
                  <a:pt x="17638" y="7636"/>
                </a:cubicBezTo>
                <a:lnTo>
                  <a:pt x="17783" y="7744"/>
                </a:lnTo>
                <a:lnTo>
                  <a:pt x="18160" y="7744"/>
                </a:lnTo>
                <a:cubicBezTo>
                  <a:pt x="18424" y="7744"/>
                  <a:pt x="18552" y="7737"/>
                  <a:pt x="18573" y="7715"/>
                </a:cubicBezTo>
                <a:cubicBezTo>
                  <a:pt x="18598" y="7691"/>
                  <a:pt x="18613" y="7691"/>
                  <a:pt x="18652" y="7715"/>
                </a:cubicBezTo>
                <a:cubicBezTo>
                  <a:pt x="18679" y="7732"/>
                  <a:pt x="18726" y="7744"/>
                  <a:pt x="18761" y="7744"/>
                </a:cubicBezTo>
                <a:cubicBezTo>
                  <a:pt x="18803" y="7744"/>
                  <a:pt x="18837" y="7768"/>
                  <a:pt x="18862" y="7815"/>
                </a:cubicBezTo>
                <a:cubicBezTo>
                  <a:pt x="18961" y="7996"/>
                  <a:pt x="19124" y="8073"/>
                  <a:pt x="19420" y="8073"/>
                </a:cubicBezTo>
                <a:cubicBezTo>
                  <a:pt x="19597" y="8073"/>
                  <a:pt x="19629" y="8065"/>
                  <a:pt x="19724" y="8001"/>
                </a:cubicBezTo>
                <a:cubicBezTo>
                  <a:pt x="19782" y="7961"/>
                  <a:pt x="19858" y="7900"/>
                  <a:pt x="19891" y="7865"/>
                </a:cubicBezTo>
                <a:cubicBezTo>
                  <a:pt x="19925" y="7829"/>
                  <a:pt x="19966" y="7794"/>
                  <a:pt x="19985" y="7794"/>
                </a:cubicBezTo>
                <a:cubicBezTo>
                  <a:pt x="20014" y="7794"/>
                  <a:pt x="20234" y="7704"/>
                  <a:pt x="20434" y="7608"/>
                </a:cubicBezTo>
                <a:cubicBezTo>
                  <a:pt x="20474" y="7588"/>
                  <a:pt x="20555" y="7572"/>
                  <a:pt x="20615" y="7572"/>
                </a:cubicBezTo>
                <a:cubicBezTo>
                  <a:pt x="20677" y="7572"/>
                  <a:pt x="20766" y="7551"/>
                  <a:pt x="20818" y="7522"/>
                </a:cubicBezTo>
                <a:cubicBezTo>
                  <a:pt x="20867" y="7495"/>
                  <a:pt x="20933" y="7472"/>
                  <a:pt x="20963" y="7472"/>
                </a:cubicBezTo>
                <a:cubicBezTo>
                  <a:pt x="21021" y="7472"/>
                  <a:pt x="21288" y="7347"/>
                  <a:pt x="21303" y="7314"/>
                </a:cubicBezTo>
                <a:cubicBezTo>
                  <a:pt x="21307" y="7303"/>
                  <a:pt x="21326" y="7300"/>
                  <a:pt x="21339" y="7300"/>
                </a:cubicBezTo>
                <a:cubicBezTo>
                  <a:pt x="21371" y="7300"/>
                  <a:pt x="21444" y="7220"/>
                  <a:pt x="21477" y="7157"/>
                </a:cubicBezTo>
                <a:cubicBezTo>
                  <a:pt x="21491" y="7130"/>
                  <a:pt x="21518" y="7047"/>
                  <a:pt x="21535" y="6971"/>
                </a:cubicBezTo>
                <a:cubicBezTo>
                  <a:pt x="21585" y="6746"/>
                  <a:pt x="21521" y="6583"/>
                  <a:pt x="21347" y="6499"/>
                </a:cubicBezTo>
                <a:cubicBezTo>
                  <a:pt x="21305" y="6479"/>
                  <a:pt x="21232" y="6437"/>
                  <a:pt x="21180" y="6406"/>
                </a:cubicBezTo>
                <a:cubicBezTo>
                  <a:pt x="21128" y="6375"/>
                  <a:pt x="21062" y="6349"/>
                  <a:pt x="21035" y="6349"/>
                </a:cubicBezTo>
                <a:cubicBezTo>
                  <a:pt x="21008" y="6349"/>
                  <a:pt x="20978" y="6334"/>
                  <a:pt x="20970" y="6320"/>
                </a:cubicBezTo>
                <a:cubicBezTo>
                  <a:pt x="20947" y="6284"/>
                  <a:pt x="20594" y="6291"/>
                  <a:pt x="20557" y="6327"/>
                </a:cubicBezTo>
                <a:cubicBezTo>
                  <a:pt x="20533" y="6351"/>
                  <a:pt x="20515" y="6351"/>
                  <a:pt x="20492" y="6327"/>
                </a:cubicBezTo>
                <a:cubicBezTo>
                  <a:pt x="20455" y="6291"/>
                  <a:pt x="20369" y="6285"/>
                  <a:pt x="20369" y="6320"/>
                </a:cubicBezTo>
                <a:cubicBezTo>
                  <a:pt x="20369" y="6334"/>
                  <a:pt x="20302" y="6349"/>
                  <a:pt x="20217" y="6349"/>
                </a:cubicBezTo>
                <a:cubicBezTo>
                  <a:pt x="20134" y="6349"/>
                  <a:pt x="20048" y="6361"/>
                  <a:pt x="20021" y="6377"/>
                </a:cubicBezTo>
                <a:cubicBezTo>
                  <a:pt x="19982" y="6402"/>
                  <a:pt x="19958" y="6402"/>
                  <a:pt x="19934" y="6377"/>
                </a:cubicBezTo>
                <a:cubicBezTo>
                  <a:pt x="19897" y="6340"/>
                  <a:pt x="19796" y="6335"/>
                  <a:pt x="19775" y="6370"/>
                </a:cubicBezTo>
                <a:cubicBezTo>
                  <a:pt x="19754" y="6403"/>
                  <a:pt x="19592" y="6403"/>
                  <a:pt x="19572" y="6370"/>
                </a:cubicBezTo>
                <a:cubicBezTo>
                  <a:pt x="19563" y="6356"/>
                  <a:pt x="19518" y="6349"/>
                  <a:pt x="19471" y="6349"/>
                </a:cubicBezTo>
                <a:cubicBezTo>
                  <a:pt x="19424" y="6349"/>
                  <a:pt x="19378" y="6334"/>
                  <a:pt x="19369" y="6320"/>
                </a:cubicBezTo>
                <a:cubicBezTo>
                  <a:pt x="19360" y="6306"/>
                  <a:pt x="19276" y="6298"/>
                  <a:pt x="19181" y="6298"/>
                </a:cubicBezTo>
                <a:cubicBezTo>
                  <a:pt x="19085" y="6298"/>
                  <a:pt x="19002" y="6306"/>
                  <a:pt x="18993" y="6320"/>
                </a:cubicBezTo>
                <a:cubicBezTo>
                  <a:pt x="18985" y="6334"/>
                  <a:pt x="18928" y="6349"/>
                  <a:pt x="18870" y="6349"/>
                </a:cubicBezTo>
                <a:cubicBezTo>
                  <a:pt x="18772" y="6349"/>
                  <a:pt x="18651" y="6377"/>
                  <a:pt x="18536" y="6427"/>
                </a:cubicBezTo>
                <a:cubicBezTo>
                  <a:pt x="18508" y="6440"/>
                  <a:pt x="18456" y="6448"/>
                  <a:pt x="18421" y="6449"/>
                </a:cubicBezTo>
                <a:cubicBezTo>
                  <a:pt x="17993" y="6460"/>
                  <a:pt x="17723" y="6480"/>
                  <a:pt x="17703" y="6499"/>
                </a:cubicBezTo>
                <a:cubicBezTo>
                  <a:pt x="17690" y="6512"/>
                  <a:pt x="17662" y="6520"/>
                  <a:pt x="17638" y="6520"/>
                </a:cubicBezTo>
                <a:cubicBezTo>
                  <a:pt x="17582" y="6520"/>
                  <a:pt x="17494" y="6625"/>
                  <a:pt x="17472" y="6721"/>
                </a:cubicBezTo>
                <a:cubicBezTo>
                  <a:pt x="17457" y="6789"/>
                  <a:pt x="17451" y="6799"/>
                  <a:pt x="17349" y="6799"/>
                </a:cubicBezTo>
                <a:cubicBezTo>
                  <a:pt x="17288" y="6799"/>
                  <a:pt x="17226" y="6785"/>
                  <a:pt x="17218" y="6771"/>
                </a:cubicBezTo>
                <a:cubicBezTo>
                  <a:pt x="17208" y="6756"/>
                  <a:pt x="17034" y="6749"/>
                  <a:pt x="16776" y="6749"/>
                </a:cubicBezTo>
                <a:cubicBezTo>
                  <a:pt x="16518" y="6749"/>
                  <a:pt x="16345" y="6736"/>
                  <a:pt x="16335" y="6721"/>
                </a:cubicBezTo>
                <a:cubicBezTo>
                  <a:pt x="16326" y="6707"/>
                  <a:pt x="16204" y="6700"/>
                  <a:pt x="16052" y="6699"/>
                </a:cubicBezTo>
                <a:cubicBezTo>
                  <a:pt x="15881" y="6699"/>
                  <a:pt x="15739" y="6685"/>
                  <a:pt x="15675" y="6663"/>
                </a:cubicBezTo>
                <a:cubicBezTo>
                  <a:pt x="15616" y="6642"/>
                  <a:pt x="15478" y="6620"/>
                  <a:pt x="15342" y="6620"/>
                </a:cubicBezTo>
                <a:cubicBezTo>
                  <a:pt x="15214" y="6619"/>
                  <a:pt x="15104" y="6613"/>
                  <a:pt x="15096" y="6599"/>
                </a:cubicBezTo>
                <a:cubicBezTo>
                  <a:pt x="15086" y="6584"/>
                  <a:pt x="14918" y="6570"/>
                  <a:pt x="14683" y="6570"/>
                </a:cubicBezTo>
                <a:lnTo>
                  <a:pt x="14292" y="6570"/>
                </a:lnTo>
                <a:lnTo>
                  <a:pt x="14306" y="6406"/>
                </a:lnTo>
                <a:cubicBezTo>
                  <a:pt x="14315" y="6313"/>
                  <a:pt x="14337" y="6182"/>
                  <a:pt x="14350" y="6120"/>
                </a:cubicBezTo>
                <a:cubicBezTo>
                  <a:pt x="14372" y="6010"/>
                  <a:pt x="14435" y="5622"/>
                  <a:pt x="14459" y="5447"/>
                </a:cubicBezTo>
                <a:cubicBezTo>
                  <a:pt x="14466" y="5399"/>
                  <a:pt x="14487" y="5301"/>
                  <a:pt x="14502" y="5225"/>
                </a:cubicBezTo>
                <a:cubicBezTo>
                  <a:pt x="14517" y="5150"/>
                  <a:pt x="14531" y="5045"/>
                  <a:pt x="14538" y="4996"/>
                </a:cubicBezTo>
                <a:cubicBezTo>
                  <a:pt x="14591" y="4619"/>
                  <a:pt x="14663" y="4381"/>
                  <a:pt x="14799" y="4109"/>
                </a:cubicBezTo>
                <a:cubicBezTo>
                  <a:pt x="14907" y="3892"/>
                  <a:pt x="14968" y="3645"/>
                  <a:pt x="14987" y="3351"/>
                </a:cubicBezTo>
                <a:cubicBezTo>
                  <a:pt x="15002" y="3127"/>
                  <a:pt x="15056" y="2986"/>
                  <a:pt x="15197" y="2785"/>
                </a:cubicBezTo>
                <a:cubicBezTo>
                  <a:pt x="15414" y="2476"/>
                  <a:pt x="15500" y="2166"/>
                  <a:pt x="15480" y="1784"/>
                </a:cubicBezTo>
                <a:cubicBezTo>
                  <a:pt x="15457" y="1360"/>
                  <a:pt x="15388" y="1175"/>
                  <a:pt x="15248" y="1175"/>
                </a:cubicBezTo>
                <a:cubicBezTo>
                  <a:pt x="15206" y="1175"/>
                  <a:pt x="15172" y="1202"/>
                  <a:pt x="15132" y="1283"/>
                </a:cubicBezTo>
                <a:cubicBezTo>
                  <a:pt x="15102" y="1343"/>
                  <a:pt x="15057" y="1416"/>
                  <a:pt x="15031" y="1447"/>
                </a:cubicBezTo>
                <a:lnTo>
                  <a:pt x="14987" y="1505"/>
                </a:lnTo>
                <a:lnTo>
                  <a:pt x="14944" y="1369"/>
                </a:lnTo>
                <a:cubicBezTo>
                  <a:pt x="14921" y="1296"/>
                  <a:pt x="14892" y="1082"/>
                  <a:pt x="14879" y="889"/>
                </a:cubicBezTo>
                <a:cubicBezTo>
                  <a:pt x="14850" y="440"/>
                  <a:pt x="14806" y="184"/>
                  <a:pt x="14741" y="88"/>
                </a:cubicBezTo>
                <a:lnTo>
                  <a:pt x="14690" y="9"/>
                </a:lnTo>
                <a:lnTo>
                  <a:pt x="14408" y="2"/>
                </a:lnTo>
                <a:close/>
                <a:moveTo>
                  <a:pt x="11293" y="7300"/>
                </a:moveTo>
                <a:cubicBezTo>
                  <a:pt x="12088" y="7300"/>
                  <a:pt x="12529" y="7306"/>
                  <a:pt x="12539" y="7322"/>
                </a:cubicBezTo>
                <a:cubicBezTo>
                  <a:pt x="12548" y="7337"/>
                  <a:pt x="12727" y="7350"/>
                  <a:pt x="12995" y="7350"/>
                </a:cubicBezTo>
                <a:lnTo>
                  <a:pt x="13437" y="7350"/>
                </a:lnTo>
                <a:lnTo>
                  <a:pt x="13423" y="7966"/>
                </a:lnTo>
                <a:cubicBezTo>
                  <a:pt x="13412" y="8306"/>
                  <a:pt x="13400" y="8604"/>
                  <a:pt x="13401" y="8631"/>
                </a:cubicBezTo>
                <a:cubicBezTo>
                  <a:pt x="13406" y="8748"/>
                  <a:pt x="13465" y="9373"/>
                  <a:pt x="13488" y="9568"/>
                </a:cubicBezTo>
                <a:cubicBezTo>
                  <a:pt x="13501" y="9685"/>
                  <a:pt x="13526" y="9934"/>
                  <a:pt x="13546" y="10112"/>
                </a:cubicBezTo>
                <a:cubicBezTo>
                  <a:pt x="13565" y="10291"/>
                  <a:pt x="13593" y="10468"/>
                  <a:pt x="13604" y="10506"/>
                </a:cubicBezTo>
                <a:cubicBezTo>
                  <a:pt x="13630" y="10604"/>
                  <a:pt x="13609" y="10585"/>
                  <a:pt x="13546" y="10463"/>
                </a:cubicBezTo>
                <a:cubicBezTo>
                  <a:pt x="13406" y="10193"/>
                  <a:pt x="13255" y="9935"/>
                  <a:pt x="13220" y="9897"/>
                </a:cubicBezTo>
                <a:cubicBezTo>
                  <a:pt x="13199" y="9874"/>
                  <a:pt x="13164" y="9817"/>
                  <a:pt x="13140" y="9769"/>
                </a:cubicBezTo>
                <a:cubicBezTo>
                  <a:pt x="13005" y="9500"/>
                  <a:pt x="12363" y="8771"/>
                  <a:pt x="12032" y="8509"/>
                </a:cubicBezTo>
                <a:cubicBezTo>
                  <a:pt x="11980" y="8467"/>
                  <a:pt x="11925" y="8424"/>
                  <a:pt x="11909" y="8409"/>
                </a:cubicBezTo>
                <a:cubicBezTo>
                  <a:pt x="11892" y="8395"/>
                  <a:pt x="11826" y="8340"/>
                  <a:pt x="11757" y="8288"/>
                </a:cubicBezTo>
                <a:cubicBezTo>
                  <a:pt x="11687" y="8235"/>
                  <a:pt x="11619" y="8183"/>
                  <a:pt x="11612" y="8173"/>
                </a:cubicBezTo>
                <a:cubicBezTo>
                  <a:pt x="11605" y="8163"/>
                  <a:pt x="11507" y="8089"/>
                  <a:pt x="11388" y="8009"/>
                </a:cubicBezTo>
                <a:cubicBezTo>
                  <a:pt x="11270" y="7928"/>
                  <a:pt x="11123" y="7825"/>
                  <a:pt x="11069" y="7780"/>
                </a:cubicBezTo>
                <a:cubicBezTo>
                  <a:pt x="11014" y="7734"/>
                  <a:pt x="10955" y="7694"/>
                  <a:pt x="10931" y="7694"/>
                </a:cubicBezTo>
                <a:cubicBezTo>
                  <a:pt x="10907" y="7694"/>
                  <a:pt x="10878" y="7689"/>
                  <a:pt x="10873" y="7679"/>
                </a:cubicBezTo>
                <a:cubicBezTo>
                  <a:pt x="10865" y="7659"/>
                  <a:pt x="10517" y="7486"/>
                  <a:pt x="10402" y="7443"/>
                </a:cubicBezTo>
                <a:cubicBezTo>
                  <a:pt x="10368" y="7431"/>
                  <a:pt x="10318" y="7406"/>
                  <a:pt x="10294" y="7393"/>
                </a:cubicBezTo>
                <a:cubicBezTo>
                  <a:pt x="10270" y="7381"/>
                  <a:pt x="10225" y="7372"/>
                  <a:pt x="10200" y="7372"/>
                </a:cubicBezTo>
                <a:cubicBezTo>
                  <a:pt x="10174" y="7372"/>
                  <a:pt x="10133" y="7356"/>
                  <a:pt x="10106" y="7336"/>
                </a:cubicBezTo>
                <a:cubicBezTo>
                  <a:pt x="10063" y="7304"/>
                  <a:pt x="10204" y="7301"/>
                  <a:pt x="11293" y="7300"/>
                </a:cubicBezTo>
                <a:close/>
                <a:moveTo>
                  <a:pt x="8737" y="8524"/>
                </a:moveTo>
                <a:cubicBezTo>
                  <a:pt x="8918" y="8524"/>
                  <a:pt x="9019" y="8533"/>
                  <a:pt x="9070" y="8559"/>
                </a:cubicBezTo>
                <a:cubicBezTo>
                  <a:pt x="9157" y="8604"/>
                  <a:pt x="9222" y="8607"/>
                  <a:pt x="9287" y="8567"/>
                </a:cubicBezTo>
                <a:cubicBezTo>
                  <a:pt x="9323" y="8545"/>
                  <a:pt x="9345" y="8547"/>
                  <a:pt x="9388" y="8567"/>
                </a:cubicBezTo>
                <a:cubicBezTo>
                  <a:pt x="9617" y="8672"/>
                  <a:pt x="9704" y="8713"/>
                  <a:pt x="9787" y="8781"/>
                </a:cubicBezTo>
                <a:cubicBezTo>
                  <a:pt x="9839" y="8824"/>
                  <a:pt x="9913" y="8876"/>
                  <a:pt x="9953" y="8896"/>
                </a:cubicBezTo>
                <a:cubicBezTo>
                  <a:pt x="9994" y="8916"/>
                  <a:pt x="10067" y="8992"/>
                  <a:pt x="10120" y="9060"/>
                </a:cubicBezTo>
                <a:cubicBezTo>
                  <a:pt x="10173" y="9129"/>
                  <a:pt x="10259" y="9206"/>
                  <a:pt x="10308" y="9232"/>
                </a:cubicBezTo>
                <a:cubicBezTo>
                  <a:pt x="10358" y="9258"/>
                  <a:pt x="10402" y="9292"/>
                  <a:pt x="10402" y="9304"/>
                </a:cubicBezTo>
                <a:cubicBezTo>
                  <a:pt x="10402" y="9315"/>
                  <a:pt x="10413" y="9325"/>
                  <a:pt x="10431" y="9325"/>
                </a:cubicBezTo>
                <a:cubicBezTo>
                  <a:pt x="10510" y="9325"/>
                  <a:pt x="11079" y="9846"/>
                  <a:pt x="11330" y="10148"/>
                </a:cubicBezTo>
                <a:cubicBezTo>
                  <a:pt x="11381" y="10209"/>
                  <a:pt x="11468" y="10305"/>
                  <a:pt x="11525" y="10363"/>
                </a:cubicBezTo>
                <a:cubicBezTo>
                  <a:pt x="11582" y="10420"/>
                  <a:pt x="11668" y="10537"/>
                  <a:pt x="11713" y="10620"/>
                </a:cubicBezTo>
                <a:cubicBezTo>
                  <a:pt x="11758" y="10704"/>
                  <a:pt x="11801" y="10776"/>
                  <a:pt x="11815" y="10785"/>
                </a:cubicBezTo>
                <a:cubicBezTo>
                  <a:pt x="11837" y="10798"/>
                  <a:pt x="11879" y="10866"/>
                  <a:pt x="12054" y="11193"/>
                </a:cubicBezTo>
                <a:cubicBezTo>
                  <a:pt x="12201" y="11467"/>
                  <a:pt x="12523" y="12289"/>
                  <a:pt x="12633" y="12674"/>
                </a:cubicBezTo>
                <a:cubicBezTo>
                  <a:pt x="12675" y="12822"/>
                  <a:pt x="12701" y="12952"/>
                  <a:pt x="12742" y="13160"/>
                </a:cubicBezTo>
                <a:cubicBezTo>
                  <a:pt x="12791" y="13409"/>
                  <a:pt x="12816" y="14402"/>
                  <a:pt x="12778" y="14584"/>
                </a:cubicBezTo>
                <a:cubicBezTo>
                  <a:pt x="12764" y="14653"/>
                  <a:pt x="12741" y="14826"/>
                  <a:pt x="12727" y="14970"/>
                </a:cubicBezTo>
                <a:cubicBezTo>
                  <a:pt x="12713" y="15115"/>
                  <a:pt x="12696" y="15286"/>
                  <a:pt x="12684" y="15350"/>
                </a:cubicBezTo>
                <a:cubicBezTo>
                  <a:pt x="12658" y="15489"/>
                  <a:pt x="12221" y="16407"/>
                  <a:pt x="12112" y="16552"/>
                </a:cubicBezTo>
                <a:cubicBezTo>
                  <a:pt x="12069" y="16608"/>
                  <a:pt x="11999" y="16727"/>
                  <a:pt x="11960" y="16809"/>
                </a:cubicBezTo>
                <a:cubicBezTo>
                  <a:pt x="11877" y="16981"/>
                  <a:pt x="11656" y="17286"/>
                  <a:pt x="11445" y="17518"/>
                </a:cubicBezTo>
                <a:cubicBezTo>
                  <a:pt x="10859" y="18160"/>
                  <a:pt x="10413" y="18596"/>
                  <a:pt x="10236" y="18705"/>
                </a:cubicBezTo>
                <a:cubicBezTo>
                  <a:pt x="10092" y="18794"/>
                  <a:pt x="10055" y="18807"/>
                  <a:pt x="9809" y="18906"/>
                </a:cubicBezTo>
                <a:cubicBezTo>
                  <a:pt x="9715" y="18944"/>
                  <a:pt x="9635" y="18987"/>
                  <a:pt x="9627" y="18999"/>
                </a:cubicBezTo>
                <a:cubicBezTo>
                  <a:pt x="9620" y="19010"/>
                  <a:pt x="9595" y="19020"/>
                  <a:pt x="9570" y="19020"/>
                </a:cubicBezTo>
                <a:cubicBezTo>
                  <a:pt x="9515" y="19020"/>
                  <a:pt x="9389" y="19074"/>
                  <a:pt x="9388" y="19099"/>
                </a:cubicBezTo>
                <a:cubicBezTo>
                  <a:pt x="9388" y="19109"/>
                  <a:pt x="9317" y="19120"/>
                  <a:pt x="9236" y="19120"/>
                </a:cubicBezTo>
                <a:cubicBezTo>
                  <a:pt x="9146" y="19120"/>
                  <a:pt x="9071" y="19134"/>
                  <a:pt x="9041" y="19156"/>
                </a:cubicBezTo>
                <a:cubicBezTo>
                  <a:pt x="9014" y="19176"/>
                  <a:pt x="8971" y="19191"/>
                  <a:pt x="8947" y="19192"/>
                </a:cubicBezTo>
                <a:cubicBezTo>
                  <a:pt x="8922" y="19192"/>
                  <a:pt x="8903" y="19207"/>
                  <a:pt x="8903" y="19221"/>
                </a:cubicBezTo>
                <a:cubicBezTo>
                  <a:pt x="8903" y="19234"/>
                  <a:pt x="8850" y="19242"/>
                  <a:pt x="8780" y="19242"/>
                </a:cubicBezTo>
                <a:cubicBezTo>
                  <a:pt x="8666" y="19242"/>
                  <a:pt x="8564" y="19280"/>
                  <a:pt x="8527" y="19328"/>
                </a:cubicBezTo>
                <a:cubicBezTo>
                  <a:pt x="8515" y="19345"/>
                  <a:pt x="8358" y="19386"/>
                  <a:pt x="8215" y="19414"/>
                </a:cubicBezTo>
                <a:cubicBezTo>
                  <a:pt x="8177" y="19421"/>
                  <a:pt x="8143" y="19436"/>
                  <a:pt x="8135" y="19449"/>
                </a:cubicBezTo>
                <a:cubicBezTo>
                  <a:pt x="8128" y="19461"/>
                  <a:pt x="8051" y="19471"/>
                  <a:pt x="7969" y="19471"/>
                </a:cubicBezTo>
                <a:cubicBezTo>
                  <a:pt x="7887" y="19471"/>
                  <a:pt x="7811" y="19479"/>
                  <a:pt x="7802" y="19492"/>
                </a:cubicBezTo>
                <a:cubicBezTo>
                  <a:pt x="7794" y="19506"/>
                  <a:pt x="7711" y="19521"/>
                  <a:pt x="7614" y="19521"/>
                </a:cubicBezTo>
                <a:cubicBezTo>
                  <a:pt x="7516" y="19521"/>
                  <a:pt x="7411" y="19534"/>
                  <a:pt x="7382" y="19550"/>
                </a:cubicBezTo>
                <a:cubicBezTo>
                  <a:pt x="7352" y="19566"/>
                  <a:pt x="7230" y="19573"/>
                  <a:pt x="7100" y="19571"/>
                </a:cubicBezTo>
                <a:cubicBezTo>
                  <a:pt x="6936" y="19568"/>
                  <a:pt x="6847" y="19580"/>
                  <a:pt x="6795" y="19607"/>
                </a:cubicBezTo>
                <a:cubicBezTo>
                  <a:pt x="6693" y="19661"/>
                  <a:pt x="6057" y="19661"/>
                  <a:pt x="5984" y="19607"/>
                </a:cubicBezTo>
                <a:cubicBezTo>
                  <a:pt x="5957" y="19586"/>
                  <a:pt x="5921" y="19572"/>
                  <a:pt x="5905" y="19578"/>
                </a:cubicBezTo>
                <a:cubicBezTo>
                  <a:pt x="5888" y="19585"/>
                  <a:pt x="5851" y="19576"/>
                  <a:pt x="5825" y="19557"/>
                </a:cubicBezTo>
                <a:cubicBezTo>
                  <a:pt x="5799" y="19538"/>
                  <a:pt x="5724" y="19521"/>
                  <a:pt x="5658" y="19521"/>
                </a:cubicBezTo>
                <a:cubicBezTo>
                  <a:pt x="5593" y="19521"/>
                  <a:pt x="5537" y="19506"/>
                  <a:pt x="5528" y="19492"/>
                </a:cubicBezTo>
                <a:cubicBezTo>
                  <a:pt x="5519" y="19479"/>
                  <a:pt x="5492" y="19471"/>
                  <a:pt x="5470" y="19471"/>
                </a:cubicBezTo>
                <a:cubicBezTo>
                  <a:pt x="5448" y="19471"/>
                  <a:pt x="5367" y="19442"/>
                  <a:pt x="5289" y="19407"/>
                </a:cubicBezTo>
                <a:cubicBezTo>
                  <a:pt x="5211" y="19371"/>
                  <a:pt x="5121" y="19327"/>
                  <a:pt x="5086" y="19314"/>
                </a:cubicBezTo>
                <a:cubicBezTo>
                  <a:pt x="5051" y="19300"/>
                  <a:pt x="5002" y="19276"/>
                  <a:pt x="4977" y="19263"/>
                </a:cubicBezTo>
                <a:cubicBezTo>
                  <a:pt x="4953" y="19251"/>
                  <a:pt x="4917" y="19242"/>
                  <a:pt x="4898" y="19242"/>
                </a:cubicBezTo>
                <a:cubicBezTo>
                  <a:pt x="4851" y="19242"/>
                  <a:pt x="4715" y="19178"/>
                  <a:pt x="4586" y="19092"/>
                </a:cubicBezTo>
                <a:cubicBezTo>
                  <a:pt x="4528" y="19053"/>
                  <a:pt x="4471" y="19020"/>
                  <a:pt x="4456" y="19020"/>
                </a:cubicBezTo>
                <a:cubicBezTo>
                  <a:pt x="4441" y="19020"/>
                  <a:pt x="4427" y="19005"/>
                  <a:pt x="4427" y="18992"/>
                </a:cubicBezTo>
                <a:cubicBezTo>
                  <a:pt x="4427" y="18978"/>
                  <a:pt x="4408" y="18971"/>
                  <a:pt x="4384" y="18970"/>
                </a:cubicBezTo>
                <a:cubicBezTo>
                  <a:pt x="4359" y="18970"/>
                  <a:pt x="4263" y="18910"/>
                  <a:pt x="4173" y="18841"/>
                </a:cubicBezTo>
                <a:cubicBezTo>
                  <a:pt x="4082" y="18773"/>
                  <a:pt x="3908" y="18656"/>
                  <a:pt x="3790" y="18577"/>
                </a:cubicBezTo>
                <a:cubicBezTo>
                  <a:pt x="3542" y="18411"/>
                  <a:pt x="3452" y="18336"/>
                  <a:pt x="3362" y="18233"/>
                </a:cubicBezTo>
                <a:cubicBezTo>
                  <a:pt x="3327" y="18193"/>
                  <a:pt x="3251" y="18114"/>
                  <a:pt x="3196" y="18054"/>
                </a:cubicBezTo>
                <a:cubicBezTo>
                  <a:pt x="3046" y="17893"/>
                  <a:pt x="3049" y="17893"/>
                  <a:pt x="2935" y="17739"/>
                </a:cubicBezTo>
                <a:cubicBezTo>
                  <a:pt x="2831" y="17600"/>
                  <a:pt x="2790" y="17528"/>
                  <a:pt x="2652" y="17281"/>
                </a:cubicBezTo>
                <a:cubicBezTo>
                  <a:pt x="2541" y="17083"/>
                  <a:pt x="2383" y="16757"/>
                  <a:pt x="2348" y="16652"/>
                </a:cubicBezTo>
                <a:cubicBezTo>
                  <a:pt x="2331" y="16599"/>
                  <a:pt x="2271" y="16450"/>
                  <a:pt x="2211" y="16316"/>
                </a:cubicBezTo>
                <a:cubicBezTo>
                  <a:pt x="2134" y="16145"/>
                  <a:pt x="2091" y="16015"/>
                  <a:pt x="2073" y="15879"/>
                </a:cubicBezTo>
                <a:cubicBezTo>
                  <a:pt x="2015" y="15432"/>
                  <a:pt x="1992" y="15334"/>
                  <a:pt x="1906" y="15099"/>
                </a:cubicBezTo>
                <a:cubicBezTo>
                  <a:pt x="1843" y="14929"/>
                  <a:pt x="1843" y="14899"/>
                  <a:pt x="1856" y="14613"/>
                </a:cubicBezTo>
                <a:cubicBezTo>
                  <a:pt x="1870" y="14284"/>
                  <a:pt x="1897" y="14027"/>
                  <a:pt x="1943" y="13847"/>
                </a:cubicBezTo>
                <a:cubicBezTo>
                  <a:pt x="1958" y="13785"/>
                  <a:pt x="1971" y="13718"/>
                  <a:pt x="1972" y="13697"/>
                </a:cubicBezTo>
                <a:cubicBezTo>
                  <a:pt x="1973" y="13676"/>
                  <a:pt x="1988" y="13571"/>
                  <a:pt x="2008" y="13461"/>
                </a:cubicBezTo>
                <a:cubicBezTo>
                  <a:pt x="2028" y="13351"/>
                  <a:pt x="2059" y="13193"/>
                  <a:pt x="2073" y="13110"/>
                </a:cubicBezTo>
                <a:cubicBezTo>
                  <a:pt x="2087" y="13028"/>
                  <a:pt x="2104" y="12929"/>
                  <a:pt x="2116" y="12895"/>
                </a:cubicBezTo>
                <a:cubicBezTo>
                  <a:pt x="2127" y="12860"/>
                  <a:pt x="2165" y="12748"/>
                  <a:pt x="2196" y="12645"/>
                </a:cubicBezTo>
                <a:cubicBezTo>
                  <a:pt x="2353" y="12136"/>
                  <a:pt x="2443" y="11921"/>
                  <a:pt x="2660" y="11536"/>
                </a:cubicBezTo>
                <a:cubicBezTo>
                  <a:pt x="2824" y="11245"/>
                  <a:pt x="3156" y="10888"/>
                  <a:pt x="3348" y="10799"/>
                </a:cubicBezTo>
                <a:cubicBezTo>
                  <a:pt x="3404" y="10773"/>
                  <a:pt x="3467" y="10735"/>
                  <a:pt x="3485" y="10713"/>
                </a:cubicBezTo>
                <a:cubicBezTo>
                  <a:pt x="3504" y="10691"/>
                  <a:pt x="3530" y="10670"/>
                  <a:pt x="3543" y="10670"/>
                </a:cubicBezTo>
                <a:cubicBezTo>
                  <a:pt x="3557" y="10670"/>
                  <a:pt x="3724" y="10571"/>
                  <a:pt x="3913" y="10448"/>
                </a:cubicBezTo>
                <a:cubicBezTo>
                  <a:pt x="4102" y="10324"/>
                  <a:pt x="4263" y="10219"/>
                  <a:pt x="4275" y="10219"/>
                </a:cubicBezTo>
                <a:cubicBezTo>
                  <a:pt x="4287" y="10219"/>
                  <a:pt x="4297" y="10212"/>
                  <a:pt x="4297" y="10198"/>
                </a:cubicBezTo>
                <a:cubicBezTo>
                  <a:pt x="4297" y="10184"/>
                  <a:pt x="4315" y="10169"/>
                  <a:pt x="4333" y="10169"/>
                </a:cubicBezTo>
                <a:cubicBezTo>
                  <a:pt x="4350" y="10168"/>
                  <a:pt x="4403" y="10131"/>
                  <a:pt x="4456" y="10083"/>
                </a:cubicBezTo>
                <a:cubicBezTo>
                  <a:pt x="4509" y="10035"/>
                  <a:pt x="4567" y="9998"/>
                  <a:pt x="4579" y="9998"/>
                </a:cubicBezTo>
                <a:cubicBezTo>
                  <a:pt x="4591" y="9998"/>
                  <a:pt x="4603" y="9988"/>
                  <a:pt x="4608" y="9976"/>
                </a:cubicBezTo>
                <a:cubicBezTo>
                  <a:pt x="4615" y="9958"/>
                  <a:pt x="4725" y="9876"/>
                  <a:pt x="4876" y="9783"/>
                </a:cubicBezTo>
                <a:cubicBezTo>
                  <a:pt x="4898" y="9769"/>
                  <a:pt x="4927" y="9754"/>
                  <a:pt x="4934" y="9747"/>
                </a:cubicBezTo>
                <a:cubicBezTo>
                  <a:pt x="4956" y="9726"/>
                  <a:pt x="5046" y="9669"/>
                  <a:pt x="5086" y="9654"/>
                </a:cubicBezTo>
                <a:cubicBezTo>
                  <a:pt x="5127" y="9639"/>
                  <a:pt x="5166" y="9618"/>
                  <a:pt x="5245" y="9575"/>
                </a:cubicBezTo>
                <a:cubicBezTo>
                  <a:pt x="5295" y="9547"/>
                  <a:pt x="5653" y="9387"/>
                  <a:pt x="5752" y="9347"/>
                </a:cubicBezTo>
                <a:cubicBezTo>
                  <a:pt x="5780" y="9335"/>
                  <a:pt x="5856" y="9302"/>
                  <a:pt x="5919" y="9275"/>
                </a:cubicBezTo>
                <a:cubicBezTo>
                  <a:pt x="5982" y="9248"/>
                  <a:pt x="6096" y="9206"/>
                  <a:pt x="6173" y="9182"/>
                </a:cubicBezTo>
                <a:cubicBezTo>
                  <a:pt x="6249" y="9158"/>
                  <a:pt x="6329" y="9130"/>
                  <a:pt x="6354" y="9118"/>
                </a:cubicBezTo>
                <a:cubicBezTo>
                  <a:pt x="6378" y="9106"/>
                  <a:pt x="6436" y="9096"/>
                  <a:pt x="6484" y="9096"/>
                </a:cubicBezTo>
                <a:cubicBezTo>
                  <a:pt x="6532" y="9096"/>
                  <a:pt x="6578" y="9087"/>
                  <a:pt x="6585" y="9075"/>
                </a:cubicBezTo>
                <a:cubicBezTo>
                  <a:pt x="6593" y="9062"/>
                  <a:pt x="6642" y="9045"/>
                  <a:pt x="6694" y="9039"/>
                </a:cubicBezTo>
                <a:cubicBezTo>
                  <a:pt x="6786" y="9028"/>
                  <a:pt x="6922" y="8990"/>
                  <a:pt x="7013" y="8946"/>
                </a:cubicBezTo>
                <a:cubicBezTo>
                  <a:pt x="7037" y="8934"/>
                  <a:pt x="7095" y="8924"/>
                  <a:pt x="7143" y="8924"/>
                </a:cubicBezTo>
                <a:cubicBezTo>
                  <a:pt x="7191" y="8924"/>
                  <a:pt x="7237" y="8910"/>
                  <a:pt x="7245" y="8896"/>
                </a:cubicBezTo>
                <a:cubicBezTo>
                  <a:pt x="7254" y="8882"/>
                  <a:pt x="7298" y="8874"/>
                  <a:pt x="7339" y="8874"/>
                </a:cubicBezTo>
                <a:cubicBezTo>
                  <a:pt x="7380" y="8874"/>
                  <a:pt x="7411" y="8865"/>
                  <a:pt x="7411" y="8853"/>
                </a:cubicBezTo>
                <a:cubicBezTo>
                  <a:pt x="7411" y="8831"/>
                  <a:pt x="7467" y="8814"/>
                  <a:pt x="7708" y="8774"/>
                </a:cubicBezTo>
                <a:cubicBezTo>
                  <a:pt x="7779" y="8762"/>
                  <a:pt x="7860" y="8739"/>
                  <a:pt x="7889" y="8724"/>
                </a:cubicBezTo>
                <a:cubicBezTo>
                  <a:pt x="7918" y="8709"/>
                  <a:pt x="7970" y="8695"/>
                  <a:pt x="8005" y="8695"/>
                </a:cubicBezTo>
                <a:cubicBezTo>
                  <a:pt x="8040" y="8695"/>
                  <a:pt x="8076" y="8688"/>
                  <a:pt x="8085" y="8674"/>
                </a:cubicBezTo>
                <a:cubicBezTo>
                  <a:pt x="8093" y="8660"/>
                  <a:pt x="8131" y="8645"/>
                  <a:pt x="8172" y="8645"/>
                </a:cubicBezTo>
                <a:cubicBezTo>
                  <a:pt x="8212" y="8645"/>
                  <a:pt x="8298" y="8615"/>
                  <a:pt x="8360" y="8581"/>
                </a:cubicBezTo>
                <a:cubicBezTo>
                  <a:pt x="8460" y="8526"/>
                  <a:pt x="8505" y="8524"/>
                  <a:pt x="8737" y="8524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99" name="image19.jpeg" descr="image19.jpeg"/>
          <p:cNvPicPr>
            <a:picLocks noChangeAspect="1"/>
          </p:cNvPicPr>
          <p:nvPr/>
        </p:nvPicPr>
        <p:blipFill>
          <a:blip r:embed="rId13"/>
          <a:srcRect l="7222" t="2278" r="11000" b="7569"/>
          <a:stretch>
            <a:fillRect/>
          </a:stretch>
        </p:blipFill>
        <p:spPr>
          <a:xfrm>
            <a:off x="3712864" y="1031227"/>
            <a:ext cx="1263492" cy="2281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6" h="21591" extrusionOk="0">
                <a:moveTo>
                  <a:pt x="16993" y="26"/>
                </a:moveTo>
                <a:cubicBezTo>
                  <a:pt x="16940" y="42"/>
                  <a:pt x="16850" y="56"/>
                  <a:pt x="16797" y="56"/>
                </a:cubicBezTo>
                <a:cubicBezTo>
                  <a:pt x="16743" y="56"/>
                  <a:pt x="16702" y="62"/>
                  <a:pt x="16702" y="71"/>
                </a:cubicBezTo>
                <a:cubicBezTo>
                  <a:pt x="16702" y="80"/>
                  <a:pt x="16665" y="91"/>
                  <a:pt x="16621" y="97"/>
                </a:cubicBezTo>
                <a:cubicBezTo>
                  <a:pt x="16578" y="103"/>
                  <a:pt x="16515" y="140"/>
                  <a:pt x="16479" y="176"/>
                </a:cubicBezTo>
                <a:cubicBezTo>
                  <a:pt x="16444" y="213"/>
                  <a:pt x="16404" y="240"/>
                  <a:pt x="16391" y="240"/>
                </a:cubicBezTo>
                <a:cubicBezTo>
                  <a:pt x="16357" y="240"/>
                  <a:pt x="16088" y="392"/>
                  <a:pt x="16045" y="435"/>
                </a:cubicBezTo>
                <a:cubicBezTo>
                  <a:pt x="15994" y="486"/>
                  <a:pt x="15895" y="463"/>
                  <a:pt x="15869" y="390"/>
                </a:cubicBezTo>
                <a:cubicBezTo>
                  <a:pt x="15857" y="357"/>
                  <a:pt x="15789" y="300"/>
                  <a:pt x="15713" y="259"/>
                </a:cubicBezTo>
                <a:cubicBezTo>
                  <a:pt x="15580" y="187"/>
                  <a:pt x="15578" y="184"/>
                  <a:pt x="15300" y="184"/>
                </a:cubicBezTo>
                <a:cubicBezTo>
                  <a:pt x="15094" y="184"/>
                  <a:pt x="15013" y="193"/>
                  <a:pt x="14982" y="214"/>
                </a:cubicBezTo>
                <a:cubicBezTo>
                  <a:pt x="14959" y="229"/>
                  <a:pt x="14920" y="240"/>
                  <a:pt x="14894" y="240"/>
                </a:cubicBezTo>
                <a:cubicBezTo>
                  <a:pt x="14824" y="240"/>
                  <a:pt x="14623" y="350"/>
                  <a:pt x="14576" y="413"/>
                </a:cubicBezTo>
                <a:cubicBezTo>
                  <a:pt x="14518" y="491"/>
                  <a:pt x="14394" y="486"/>
                  <a:pt x="14319" y="405"/>
                </a:cubicBezTo>
                <a:cubicBezTo>
                  <a:pt x="14289" y="372"/>
                  <a:pt x="14216" y="320"/>
                  <a:pt x="14156" y="289"/>
                </a:cubicBezTo>
                <a:cubicBezTo>
                  <a:pt x="14095" y="258"/>
                  <a:pt x="14033" y="213"/>
                  <a:pt x="14021" y="191"/>
                </a:cubicBezTo>
                <a:cubicBezTo>
                  <a:pt x="14010" y="170"/>
                  <a:pt x="13954" y="132"/>
                  <a:pt x="13899" y="105"/>
                </a:cubicBezTo>
                <a:cubicBezTo>
                  <a:pt x="13804" y="58"/>
                  <a:pt x="13780" y="56"/>
                  <a:pt x="13459" y="56"/>
                </a:cubicBezTo>
                <a:cubicBezTo>
                  <a:pt x="13141" y="56"/>
                  <a:pt x="13113" y="57"/>
                  <a:pt x="12992" y="105"/>
                </a:cubicBezTo>
                <a:cubicBezTo>
                  <a:pt x="12740" y="205"/>
                  <a:pt x="12740" y="208"/>
                  <a:pt x="12734" y="796"/>
                </a:cubicBezTo>
                <a:cubicBezTo>
                  <a:pt x="12725" y="1678"/>
                  <a:pt x="12732" y="1588"/>
                  <a:pt x="12639" y="1588"/>
                </a:cubicBezTo>
                <a:cubicBezTo>
                  <a:pt x="12595" y="1588"/>
                  <a:pt x="12545" y="1576"/>
                  <a:pt x="12531" y="1558"/>
                </a:cubicBezTo>
                <a:cubicBezTo>
                  <a:pt x="12516" y="1540"/>
                  <a:pt x="12495" y="1242"/>
                  <a:pt x="12484" y="897"/>
                </a:cubicBezTo>
                <a:cubicBezTo>
                  <a:pt x="12465" y="286"/>
                  <a:pt x="12464" y="269"/>
                  <a:pt x="12389" y="202"/>
                </a:cubicBezTo>
                <a:cubicBezTo>
                  <a:pt x="12279" y="104"/>
                  <a:pt x="12112" y="56"/>
                  <a:pt x="11888" y="56"/>
                </a:cubicBezTo>
                <a:cubicBezTo>
                  <a:pt x="11786" y="56"/>
                  <a:pt x="11683" y="62"/>
                  <a:pt x="11651" y="71"/>
                </a:cubicBezTo>
                <a:cubicBezTo>
                  <a:pt x="11342" y="156"/>
                  <a:pt x="11318" y="163"/>
                  <a:pt x="10947" y="368"/>
                </a:cubicBezTo>
                <a:cubicBezTo>
                  <a:pt x="10780" y="461"/>
                  <a:pt x="10662" y="495"/>
                  <a:pt x="10662" y="447"/>
                </a:cubicBezTo>
                <a:cubicBezTo>
                  <a:pt x="10662" y="435"/>
                  <a:pt x="10585" y="383"/>
                  <a:pt x="10493" y="334"/>
                </a:cubicBezTo>
                <a:cubicBezTo>
                  <a:pt x="10311" y="237"/>
                  <a:pt x="10209" y="220"/>
                  <a:pt x="9857" y="236"/>
                </a:cubicBezTo>
                <a:cubicBezTo>
                  <a:pt x="9710" y="242"/>
                  <a:pt x="9657" y="258"/>
                  <a:pt x="9532" y="319"/>
                </a:cubicBezTo>
                <a:cubicBezTo>
                  <a:pt x="9450" y="359"/>
                  <a:pt x="9374" y="408"/>
                  <a:pt x="9362" y="428"/>
                </a:cubicBezTo>
                <a:cubicBezTo>
                  <a:pt x="9328" y="487"/>
                  <a:pt x="9248" y="471"/>
                  <a:pt x="9071" y="371"/>
                </a:cubicBezTo>
                <a:cubicBezTo>
                  <a:pt x="8979" y="319"/>
                  <a:pt x="8884" y="278"/>
                  <a:pt x="8861" y="278"/>
                </a:cubicBezTo>
                <a:cubicBezTo>
                  <a:pt x="8838" y="278"/>
                  <a:pt x="8793" y="262"/>
                  <a:pt x="8766" y="240"/>
                </a:cubicBezTo>
                <a:cubicBezTo>
                  <a:pt x="8739" y="218"/>
                  <a:pt x="8663" y="176"/>
                  <a:pt x="8590" y="146"/>
                </a:cubicBezTo>
                <a:cubicBezTo>
                  <a:pt x="8472" y="98"/>
                  <a:pt x="8429" y="93"/>
                  <a:pt x="8198" y="94"/>
                </a:cubicBezTo>
                <a:cubicBezTo>
                  <a:pt x="7885" y="95"/>
                  <a:pt x="7713" y="140"/>
                  <a:pt x="7609" y="251"/>
                </a:cubicBezTo>
                <a:cubicBezTo>
                  <a:pt x="7546" y="319"/>
                  <a:pt x="7539" y="366"/>
                  <a:pt x="7527" y="953"/>
                </a:cubicBezTo>
                <a:cubicBezTo>
                  <a:pt x="7520" y="1298"/>
                  <a:pt x="7508" y="1584"/>
                  <a:pt x="7500" y="1588"/>
                </a:cubicBezTo>
                <a:cubicBezTo>
                  <a:pt x="7492" y="1593"/>
                  <a:pt x="7468" y="1586"/>
                  <a:pt x="7446" y="1573"/>
                </a:cubicBezTo>
                <a:cubicBezTo>
                  <a:pt x="7385" y="1539"/>
                  <a:pt x="7351" y="1360"/>
                  <a:pt x="7324" y="905"/>
                </a:cubicBezTo>
                <a:cubicBezTo>
                  <a:pt x="7301" y="516"/>
                  <a:pt x="7301" y="492"/>
                  <a:pt x="7223" y="417"/>
                </a:cubicBezTo>
                <a:cubicBezTo>
                  <a:pt x="7178" y="373"/>
                  <a:pt x="7120" y="335"/>
                  <a:pt x="7101" y="334"/>
                </a:cubicBezTo>
                <a:cubicBezTo>
                  <a:pt x="7081" y="334"/>
                  <a:pt x="7036" y="312"/>
                  <a:pt x="6999" y="285"/>
                </a:cubicBezTo>
                <a:cubicBezTo>
                  <a:pt x="6875" y="194"/>
                  <a:pt x="6678" y="94"/>
                  <a:pt x="6627" y="94"/>
                </a:cubicBezTo>
                <a:cubicBezTo>
                  <a:pt x="6599" y="94"/>
                  <a:pt x="6579" y="85"/>
                  <a:pt x="6579" y="75"/>
                </a:cubicBezTo>
                <a:cubicBezTo>
                  <a:pt x="6579" y="65"/>
                  <a:pt x="6508" y="56"/>
                  <a:pt x="6424" y="56"/>
                </a:cubicBezTo>
                <a:cubicBezTo>
                  <a:pt x="6341" y="56"/>
                  <a:pt x="6275" y="65"/>
                  <a:pt x="6275" y="75"/>
                </a:cubicBezTo>
                <a:cubicBezTo>
                  <a:pt x="6275" y="85"/>
                  <a:pt x="6229" y="94"/>
                  <a:pt x="6173" y="94"/>
                </a:cubicBezTo>
                <a:cubicBezTo>
                  <a:pt x="6023" y="94"/>
                  <a:pt x="5844" y="189"/>
                  <a:pt x="5767" y="315"/>
                </a:cubicBezTo>
                <a:cubicBezTo>
                  <a:pt x="5711" y="406"/>
                  <a:pt x="5702" y="485"/>
                  <a:pt x="5699" y="953"/>
                </a:cubicBezTo>
                <a:cubicBezTo>
                  <a:pt x="5697" y="1246"/>
                  <a:pt x="5686" y="1515"/>
                  <a:pt x="5672" y="1551"/>
                </a:cubicBezTo>
                <a:cubicBezTo>
                  <a:pt x="5655" y="1595"/>
                  <a:pt x="5616" y="1625"/>
                  <a:pt x="5557" y="1641"/>
                </a:cubicBezTo>
                <a:cubicBezTo>
                  <a:pt x="5442" y="1671"/>
                  <a:pt x="5332" y="1779"/>
                  <a:pt x="5307" y="1881"/>
                </a:cubicBezTo>
                <a:lnTo>
                  <a:pt x="5286" y="1960"/>
                </a:lnTo>
                <a:lnTo>
                  <a:pt x="5137" y="1881"/>
                </a:lnTo>
                <a:cubicBezTo>
                  <a:pt x="4873" y="1737"/>
                  <a:pt x="4925" y="1738"/>
                  <a:pt x="3546" y="1738"/>
                </a:cubicBezTo>
                <a:lnTo>
                  <a:pt x="2321" y="1738"/>
                </a:lnTo>
                <a:lnTo>
                  <a:pt x="2219" y="1682"/>
                </a:lnTo>
                <a:cubicBezTo>
                  <a:pt x="2165" y="1650"/>
                  <a:pt x="2124" y="1614"/>
                  <a:pt x="2124" y="1603"/>
                </a:cubicBezTo>
                <a:cubicBezTo>
                  <a:pt x="2124" y="1556"/>
                  <a:pt x="1812" y="1240"/>
                  <a:pt x="1718" y="1190"/>
                </a:cubicBezTo>
                <a:cubicBezTo>
                  <a:pt x="1617" y="1137"/>
                  <a:pt x="1605" y="1133"/>
                  <a:pt x="1210" y="1126"/>
                </a:cubicBezTo>
                <a:cubicBezTo>
                  <a:pt x="867" y="1121"/>
                  <a:pt x="789" y="1124"/>
                  <a:pt x="696" y="1153"/>
                </a:cubicBezTo>
                <a:cubicBezTo>
                  <a:pt x="438" y="1232"/>
                  <a:pt x="305" y="1374"/>
                  <a:pt x="255" y="1626"/>
                </a:cubicBezTo>
                <a:cubicBezTo>
                  <a:pt x="234" y="1731"/>
                  <a:pt x="220" y="2447"/>
                  <a:pt x="215" y="3368"/>
                </a:cubicBezTo>
                <a:cubicBezTo>
                  <a:pt x="200" y="6530"/>
                  <a:pt x="165" y="8695"/>
                  <a:pt x="127" y="8880"/>
                </a:cubicBezTo>
                <a:cubicBezTo>
                  <a:pt x="100" y="9017"/>
                  <a:pt x="99" y="9092"/>
                  <a:pt x="127" y="9173"/>
                </a:cubicBezTo>
                <a:cubicBezTo>
                  <a:pt x="154" y="9249"/>
                  <a:pt x="157" y="9309"/>
                  <a:pt x="134" y="9365"/>
                </a:cubicBezTo>
                <a:cubicBezTo>
                  <a:pt x="113" y="9416"/>
                  <a:pt x="96" y="10850"/>
                  <a:pt x="86" y="13236"/>
                </a:cubicBezTo>
                <a:cubicBezTo>
                  <a:pt x="74" y="15873"/>
                  <a:pt x="57" y="17057"/>
                  <a:pt x="32" y="17123"/>
                </a:cubicBezTo>
                <a:cubicBezTo>
                  <a:pt x="-29" y="17277"/>
                  <a:pt x="6" y="19140"/>
                  <a:pt x="73" y="19342"/>
                </a:cubicBezTo>
                <a:cubicBezTo>
                  <a:pt x="166" y="19620"/>
                  <a:pt x="242" y="19713"/>
                  <a:pt x="479" y="19807"/>
                </a:cubicBezTo>
                <a:lnTo>
                  <a:pt x="628" y="19867"/>
                </a:lnTo>
                <a:lnTo>
                  <a:pt x="1075" y="19867"/>
                </a:lnTo>
                <a:cubicBezTo>
                  <a:pt x="1497" y="19867"/>
                  <a:pt x="1525" y="19863"/>
                  <a:pt x="1630" y="19819"/>
                </a:cubicBezTo>
                <a:cubicBezTo>
                  <a:pt x="1690" y="19793"/>
                  <a:pt x="1754" y="19774"/>
                  <a:pt x="1772" y="19774"/>
                </a:cubicBezTo>
                <a:cubicBezTo>
                  <a:pt x="1789" y="19774"/>
                  <a:pt x="1853" y="19742"/>
                  <a:pt x="1914" y="19706"/>
                </a:cubicBezTo>
                <a:cubicBezTo>
                  <a:pt x="2043" y="19630"/>
                  <a:pt x="1926" y="19638"/>
                  <a:pt x="3343" y="19635"/>
                </a:cubicBezTo>
                <a:cubicBezTo>
                  <a:pt x="3987" y="19633"/>
                  <a:pt x="4218" y="19626"/>
                  <a:pt x="4250" y="19608"/>
                </a:cubicBezTo>
                <a:cubicBezTo>
                  <a:pt x="4273" y="19596"/>
                  <a:pt x="4372" y="19586"/>
                  <a:pt x="4467" y="19586"/>
                </a:cubicBezTo>
                <a:cubicBezTo>
                  <a:pt x="4566" y="19586"/>
                  <a:pt x="4666" y="19575"/>
                  <a:pt x="4704" y="19560"/>
                </a:cubicBezTo>
                <a:cubicBezTo>
                  <a:pt x="4740" y="19544"/>
                  <a:pt x="4801" y="19529"/>
                  <a:pt x="4839" y="19530"/>
                </a:cubicBezTo>
                <a:cubicBezTo>
                  <a:pt x="4877" y="19528"/>
                  <a:pt x="4939" y="19514"/>
                  <a:pt x="4975" y="19496"/>
                </a:cubicBezTo>
                <a:cubicBezTo>
                  <a:pt x="5011" y="19478"/>
                  <a:pt x="5107" y="19436"/>
                  <a:pt x="5185" y="19402"/>
                </a:cubicBezTo>
                <a:cubicBezTo>
                  <a:pt x="5347" y="19332"/>
                  <a:pt x="5354" y="19336"/>
                  <a:pt x="5422" y="19492"/>
                </a:cubicBezTo>
                <a:cubicBezTo>
                  <a:pt x="5519" y="19713"/>
                  <a:pt x="5539" y="19888"/>
                  <a:pt x="5544" y="20615"/>
                </a:cubicBezTo>
                <a:cubicBezTo>
                  <a:pt x="5549" y="21368"/>
                  <a:pt x="5551" y="21377"/>
                  <a:pt x="5625" y="21430"/>
                </a:cubicBezTo>
                <a:cubicBezTo>
                  <a:pt x="5667" y="21459"/>
                  <a:pt x="5751" y="21496"/>
                  <a:pt x="5821" y="21516"/>
                </a:cubicBezTo>
                <a:cubicBezTo>
                  <a:pt x="5974" y="21559"/>
                  <a:pt x="6262" y="21563"/>
                  <a:pt x="6356" y="21523"/>
                </a:cubicBezTo>
                <a:cubicBezTo>
                  <a:pt x="6399" y="21505"/>
                  <a:pt x="6508" y="21498"/>
                  <a:pt x="6668" y="21497"/>
                </a:cubicBezTo>
                <a:cubicBezTo>
                  <a:pt x="6802" y="21497"/>
                  <a:pt x="6921" y="21489"/>
                  <a:pt x="6932" y="21478"/>
                </a:cubicBezTo>
                <a:cubicBezTo>
                  <a:pt x="6944" y="21468"/>
                  <a:pt x="6995" y="21460"/>
                  <a:pt x="7047" y="21460"/>
                </a:cubicBezTo>
                <a:cubicBezTo>
                  <a:pt x="7100" y="21460"/>
                  <a:pt x="7159" y="21445"/>
                  <a:pt x="7182" y="21430"/>
                </a:cubicBezTo>
                <a:cubicBezTo>
                  <a:pt x="7207" y="21413"/>
                  <a:pt x="7286" y="21403"/>
                  <a:pt x="7372" y="21403"/>
                </a:cubicBezTo>
                <a:cubicBezTo>
                  <a:pt x="7459" y="21403"/>
                  <a:pt x="7529" y="21413"/>
                  <a:pt x="7554" y="21430"/>
                </a:cubicBezTo>
                <a:cubicBezTo>
                  <a:pt x="7578" y="21446"/>
                  <a:pt x="7656" y="21460"/>
                  <a:pt x="7731" y="21460"/>
                </a:cubicBezTo>
                <a:cubicBezTo>
                  <a:pt x="7803" y="21460"/>
                  <a:pt x="7859" y="21468"/>
                  <a:pt x="7859" y="21478"/>
                </a:cubicBezTo>
                <a:cubicBezTo>
                  <a:pt x="7859" y="21490"/>
                  <a:pt x="8033" y="21497"/>
                  <a:pt x="8313" y="21497"/>
                </a:cubicBezTo>
                <a:cubicBezTo>
                  <a:pt x="8579" y="21497"/>
                  <a:pt x="8775" y="21489"/>
                  <a:pt x="8787" y="21478"/>
                </a:cubicBezTo>
                <a:cubicBezTo>
                  <a:pt x="8799" y="21468"/>
                  <a:pt x="8849" y="21460"/>
                  <a:pt x="8902" y="21460"/>
                </a:cubicBezTo>
                <a:cubicBezTo>
                  <a:pt x="8954" y="21460"/>
                  <a:pt x="9021" y="21445"/>
                  <a:pt x="9044" y="21430"/>
                </a:cubicBezTo>
                <a:cubicBezTo>
                  <a:pt x="9067" y="21414"/>
                  <a:pt x="9128" y="21403"/>
                  <a:pt x="9186" y="21403"/>
                </a:cubicBezTo>
                <a:cubicBezTo>
                  <a:pt x="9261" y="21403"/>
                  <a:pt x="9315" y="21389"/>
                  <a:pt x="9369" y="21351"/>
                </a:cubicBezTo>
                <a:cubicBezTo>
                  <a:pt x="9439" y="21302"/>
                  <a:pt x="9457" y="21298"/>
                  <a:pt x="9620" y="21306"/>
                </a:cubicBezTo>
                <a:cubicBezTo>
                  <a:pt x="9718" y="21310"/>
                  <a:pt x="9835" y="21325"/>
                  <a:pt x="9877" y="21339"/>
                </a:cubicBezTo>
                <a:cubicBezTo>
                  <a:pt x="9983" y="21377"/>
                  <a:pt x="10479" y="21373"/>
                  <a:pt x="10547" y="21336"/>
                </a:cubicBezTo>
                <a:cubicBezTo>
                  <a:pt x="10575" y="21320"/>
                  <a:pt x="10632" y="21309"/>
                  <a:pt x="10676" y="21309"/>
                </a:cubicBezTo>
                <a:cubicBezTo>
                  <a:pt x="10720" y="21309"/>
                  <a:pt x="10766" y="21301"/>
                  <a:pt x="10777" y="21291"/>
                </a:cubicBezTo>
                <a:cubicBezTo>
                  <a:pt x="10818" y="21254"/>
                  <a:pt x="10925" y="21271"/>
                  <a:pt x="11021" y="21332"/>
                </a:cubicBezTo>
                <a:cubicBezTo>
                  <a:pt x="11140" y="21407"/>
                  <a:pt x="11279" y="21460"/>
                  <a:pt x="11367" y="21460"/>
                </a:cubicBezTo>
                <a:cubicBezTo>
                  <a:pt x="11404" y="21460"/>
                  <a:pt x="11444" y="21468"/>
                  <a:pt x="11455" y="21478"/>
                </a:cubicBezTo>
                <a:cubicBezTo>
                  <a:pt x="11467" y="21489"/>
                  <a:pt x="11548" y="21497"/>
                  <a:pt x="11637" y="21497"/>
                </a:cubicBezTo>
                <a:cubicBezTo>
                  <a:pt x="11740" y="21497"/>
                  <a:pt x="11813" y="21506"/>
                  <a:pt x="11840" y="21523"/>
                </a:cubicBezTo>
                <a:cubicBezTo>
                  <a:pt x="11868" y="21542"/>
                  <a:pt x="11947" y="21553"/>
                  <a:pt x="12064" y="21553"/>
                </a:cubicBezTo>
                <a:cubicBezTo>
                  <a:pt x="12180" y="21553"/>
                  <a:pt x="12254" y="21542"/>
                  <a:pt x="12281" y="21523"/>
                </a:cubicBezTo>
                <a:cubicBezTo>
                  <a:pt x="12310" y="21504"/>
                  <a:pt x="12384" y="21497"/>
                  <a:pt x="12531" y="21497"/>
                </a:cubicBezTo>
                <a:cubicBezTo>
                  <a:pt x="12653" y="21497"/>
                  <a:pt x="12788" y="21483"/>
                  <a:pt x="12843" y="21467"/>
                </a:cubicBezTo>
                <a:cubicBezTo>
                  <a:pt x="12975" y="21429"/>
                  <a:pt x="12994" y="21433"/>
                  <a:pt x="13154" y="21497"/>
                </a:cubicBezTo>
                <a:cubicBezTo>
                  <a:pt x="13281" y="21548"/>
                  <a:pt x="13315" y="21553"/>
                  <a:pt x="13560" y="21553"/>
                </a:cubicBezTo>
                <a:cubicBezTo>
                  <a:pt x="13708" y="21553"/>
                  <a:pt x="13840" y="21562"/>
                  <a:pt x="13851" y="21572"/>
                </a:cubicBezTo>
                <a:cubicBezTo>
                  <a:pt x="13863" y="21583"/>
                  <a:pt x="13898" y="21591"/>
                  <a:pt x="13933" y="21591"/>
                </a:cubicBezTo>
                <a:cubicBezTo>
                  <a:pt x="13968" y="21591"/>
                  <a:pt x="14010" y="21583"/>
                  <a:pt x="14021" y="21572"/>
                </a:cubicBezTo>
                <a:cubicBezTo>
                  <a:pt x="14033" y="21562"/>
                  <a:pt x="14115" y="21553"/>
                  <a:pt x="14204" y="21553"/>
                </a:cubicBezTo>
                <a:cubicBezTo>
                  <a:pt x="14308" y="21553"/>
                  <a:pt x="14381" y="21541"/>
                  <a:pt x="14407" y="21523"/>
                </a:cubicBezTo>
                <a:cubicBezTo>
                  <a:pt x="14430" y="21508"/>
                  <a:pt x="14474" y="21497"/>
                  <a:pt x="14508" y="21497"/>
                </a:cubicBezTo>
                <a:cubicBezTo>
                  <a:pt x="14542" y="21497"/>
                  <a:pt x="14584" y="21489"/>
                  <a:pt x="14596" y="21478"/>
                </a:cubicBezTo>
                <a:cubicBezTo>
                  <a:pt x="14607" y="21468"/>
                  <a:pt x="14642" y="21460"/>
                  <a:pt x="14678" y="21460"/>
                </a:cubicBezTo>
                <a:cubicBezTo>
                  <a:pt x="14714" y="21460"/>
                  <a:pt x="14745" y="21451"/>
                  <a:pt x="14745" y="21441"/>
                </a:cubicBezTo>
                <a:cubicBezTo>
                  <a:pt x="14745" y="21431"/>
                  <a:pt x="14778" y="21417"/>
                  <a:pt x="14820" y="21411"/>
                </a:cubicBezTo>
                <a:cubicBezTo>
                  <a:pt x="14863" y="21405"/>
                  <a:pt x="14928" y="21380"/>
                  <a:pt x="14962" y="21354"/>
                </a:cubicBezTo>
                <a:cubicBezTo>
                  <a:pt x="15031" y="21303"/>
                  <a:pt x="15156" y="21293"/>
                  <a:pt x="15219" y="21336"/>
                </a:cubicBezTo>
                <a:cubicBezTo>
                  <a:pt x="15242" y="21351"/>
                  <a:pt x="15282" y="21366"/>
                  <a:pt x="15314" y="21366"/>
                </a:cubicBezTo>
                <a:cubicBezTo>
                  <a:pt x="15345" y="21366"/>
                  <a:pt x="15412" y="21385"/>
                  <a:pt x="15456" y="21411"/>
                </a:cubicBezTo>
                <a:cubicBezTo>
                  <a:pt x="15527" y="21453"/>
                  <a:pt x="15562" y="21460"/>
                  <a:pt x="15795" y="21460"/>
                </a:cubicBezTo>
                <a:cubicBezTo>
                  <a:pt x="15985" y="21460"/>
                  <a:pt x="16063" y="21450"/>
                  <a:pt x="16093" y="21430"/>
                </a:cubicBezTo>
                <a:cubicBezTo>
                  <a:pt x="16116" y="21414"/>
                  <a:pt x="16154" y="21403"/>
                  <a:pt x="16174" y="21403"/>
                </a:cubicBezTo>
                <a:cubicBezTo>
                  <a:pt x="16193" y="21403"/>
                  <a:pt x="16255" y="21380"/>
                  <a:pt x="16316" y="21354"/>
                </a:cubicBezTo>
                <a:cubicBezTo>
                  <a:pt x="16429" y="21307"/>
                  <a:pt x="16545" y="21297"/>
                  <a:pt x="16580" y="21328"/>
                </a:cubicBezTo>
                <a:cubicBezTo>
                  <a:pt x="16611" y="21356"/>
                  <a:pt x="16811" y="21403"/>
                  <a:pt x="16892" y="21403"/>
                </a:cubicBezTo>
                <a:cubicBezTo>
                  <a:pt x="16934" y="21403"/>
                  <a:pt x="16984" y="21414"/>
                  <a:pt x="17007" y="21430"/>
                </a:cubicBezTo>
                <a:cubicBezTo>
                  <a:pt x="17031" y="21445"/>
                  <a:pt x="17070" y="21460"/>
                  <a:pt x="17095" y="21460"/>
                </a:cubicBezTo>
                <a:cubicBezTo>
                  <a:pt x="17121" y="21460"/>
                  <a:pt x="17142" y="21468"/>
                  <a:pt x="17142" y="21478"/>
                </a:cubicBezTo>
                <a:cubicBezTo>
                  <a:pt x="17142" y="21489"/>
                  <a:pt x="17220" y="21497"/>
                  <a:pt x="17318" y="21497"/>
                </a:cubicBezTo>
                <a:cubicBezTo>
                  <a:pt x="17420" y="21497"/>
                  <a:pt x="17524" y="21508"/>
                  <a:pt x="17562" y="21523"/>
                </a:cubicBezTo>
                <a:cubicBezTo>
                  <a:pt x="17647" y="21559"/>
                  <a:pt x="17867" y="21559"/>
                  <a:pt x="17921" y="21523"/>
                </a:cubicBezTo>
                <a:cubicBezTo>
                  <a:pt x="17944" y="21508"/>
                  <a:pt x="18003" y="21497"/>
                  <a:pt x="18056" y="21497"/>
                </a:cubicBezTo>
                <a:cubicBezTo>
                  <a:pt x="18109" y="21497"/>
                  <a:pt x="18151" y="21489"/>
                  <a:pt x="18151" y="21478"/>
                </a:cubicBezTo>
                <a:cubicBezTo>
                  <a:pt x="18151" y="21468"/>
                  <a:pt x="18178" y="21460"/>
                  <a:pt x="18212" y="21460"/>
                </a:cubicBezTo>
                <a:cubicBezTo>
                  <a:pt x="18311" y="21460"/>
                  <a:pt x="18484" y="21350"/>
                  <a:pt x="18550" y="21246"/>
                </a:cubicBezTo>
                <a:cubicBezTo>
                  <a:pt x="18617" y="21139"/>
                  <a:pt x="18622" y="20969"/>
                  <a:pt x="18578" y="20115"/>
                </a:cubicBezTo>
                <a:cubicBezTo>
                  <a:pt x="18560" y="19761"/>
                  <a:pt x="18562" y="19647"/>
                  <a:pt x="18605" y="19507"/>
                </a:cubicBezTo>
                <a:cubicBezTo>
                  <a:pt x="18635" y="19412"/>
                  <a:pt x="18659" y="19329"/>
                  <a:pt x="18659" y="19319"/>
                </a:cubicBezTo>
                <a:cubicBezTo>
                  <a:pt x="18659" y="19310"/>
                  <a:pt x="18714" y="19328"/>
                  <a:pt x="18781" y="19361"/>
                </a:cubicBezTo>
                <a:cubicBezTo>
                  <a:pt x="18848" y="19393"/>
                  <a:pt x="18937" y="19430"/>
                  <a:pt x="18977" y="19439"/>
                </a:cubicBezTo>
                <a:cubicBezTo>
                  <a:pt x="19016" y="19449"/>
                  <a:pt x="19090" y="19472"/>
                  <a:pt x="19146" y="19492"/>
                </a:cubicBezTo>
                <a:cubicBezTo>
                  <a:pt x="19202" y="19512"/>
                  <a:pt x="19283" y="19529"/>
                  <a:pt x="19322" y="19530"/>
                </a:cubicBezTo>
                <a:cubicBezTo>
                  <a:pt x="19362" y="19530"/>
                  <a:pt x="19414" y="19544"/>
                  <a:pt x="19437" y="19560"/>
                </a:cubicBezTo>
                <a:cubicBezTo>
                  <a:pt x="19460" y="19575"/>
                  <a:pt x="19515" y="19586"/>
                  <a:pt x="19559" y="19586"/>
                </a:cubicBezTo>
                <a:cubicBezTo>
                  <a:pt x="19660" y="19586"/>
                  <a:pt x="19870" y="19659"/>
                  <a:pt x="19959" y="19725"/>
                </a:cubicBezTo>
                <a:cubicBezTo>
                  <a:pt x="19995" y="19752"/>
                  <a:pt x="20054" y="19774"/>
                  <a:pt x="20087" y="19774"/>
                </a:cubicBezTo>
                <a:cubicBezTo>
                  <a:pt x="20120" y="19774"/>
                  <a:pt x="20148" y="19782"/>
                  <a:pt x="20148" y="19792"/>
                </a:cubicBezTo>
                <a:cubicBezTo>
                  <a:pt x="20148" y="19804"/>
                  <a:pt x="20324" y="19811"/>
                  <a:pt x="20616" y="19811"/>
                </a:cubicBezTo>
                <a:cubicBezTo>
                  <a:pt x="20909" y="19811"/>
                  <a:pt x="21090" y="19804"/>
                  <a:pt x="21090" y="19792"/>
                </a:cubicBezTo>
                <a:cubicBezTo>
                  <a:pt x="21090" y="19782"/>
                  <a:pt x="21107" y="19774"/>
                  <a:pt x="21130" y="19774"/>
                </a:cubicBezTo>
                <a:cubicBezTo>
                  <a:pt x="21202" y="19774"/>
                  <a:pt x="21356" y="19619"/>
                  <a:pt x="21408" y="19492"/>
                </a:cubicBezTo>
                <a:cubicBezTo>
                  <a:pt x="21543" y="19163"/>
                  <a:pt x="21571" y="19012"/>
                  <a:pt x="21550" y="18673"/>
                </a:cubicBezTo>
                <a:cubicBezTo>
                  <a:pt x="21538" y="18491"/>
                  <a:pt x="21512" y="18074"/>
                  <a:pt x="21496" y="17750"/>
                </a:cubicBezTo>
                <a:cubicBezTo>
                  <a:pt x="21479" y="17425"/>
                  <a:pt x="21453" y="16969"/>
                  <a:pt x="21435" y="16732"/>
                </a:cubicBezTo>
                <a:cubicBezTo>
                  <a:pt x="21416" y="16495"/>
                  <a:pt x="21396" y="16049"/>
                  <a:pt x="21394" y="15744"/>
                </a:cubicBezTo>
                <a:cubicBezTo>
                  <a:pt x="21392" y="15438"/>
                  <a:pt x="21377" y="15148"/>
                  <a:pt x="21360" y="15099"/>
                </a:cubicBezTo>
                <a:cubicBezTo>
                  <a:pt x="21343" y="15049"/>
                  <a:pt x="21318" y="14585"/>
                  <a:pt x="21306" y="14070"/>
                </a:cubicBezTo>
                <a:cubicBezTo>
                  <a:pt x="21294" y="13555"/>
                  <a:pt x="21276" y="13065"/>
                  <a:pt x="21266" y="12977"/>
                </a:cubicBezTo>
                <a:cubicBezTo>
                  <a:pt x="21234" y="12697"/>
                  <a:pt x="21182" y="10433"/>
                  <a:pt x="21191" y="9744"/>
                </a:cubicBezTo>
                <a:cubicBezTo>
                  <a:pt x="21192" y="9662"/>
                  <a:pt x="21182" y="9414"/>
                  <a:pt x="21171" y="9192"/>
                </a:cubicBezTo>
                <a:cubicBezTo>
                  <a:pt x="21149" y="8779"/>
                  <a:pt x="21087" y="6084"/>
                  <a:pt x="21096" y="5933"/>
                </a:cubicBezTo>
                <a:cubicBezTo>
                  <a:pt x="21099" y="5886"/>
                  <a:pt x="21099" y="5822"/>
                  <a:pt x="21096" y="5786"/>
                </a:cubicBezTo>
                <a:cubicBezTo>
                  <a:pt x="21082" y="5595"/>
                  <a:pt x="21019" y="3678"/>
                  <a:pt x="20995" y="2685"/>
                </a:cubicBezTo>
                <a:cubicBezTo>
                  <a:pt x="20968" y="1604"/>
                  <a:pt x="20961" y="1535"/>
                  <a:pt x="20893" y="1397"/>
                </a:cubicBezTo>
                <a:cubicBezTo>
                  <a:pt x="20795" y="1198"/>
                  <a:pt x="20761" y="1162"/>
                  <a:pt x="20589" y="1089"/>
                </a:cubicBezTo>
                <a:cubicBezTo>
                  <a:pt x="20445" y="1028"/>
                  <a:pt x="20433" y="1026"/>
                  <a:pt x="20142" y="1029"/>
                </a:cubicBezTo>
                <a:cubicBezTo>
                  <a:pt x="19937" y="1031"/>
                  <a:pt x="19829" y="1041"/>
                  <a:pt x="19803" y="1059"/>
                </a:cubicBezTo>
                <a:cubicBezTo>
                  <a:pt x="19782" y="1073"/>
                  <a:pt x="19736" y="1085"/>
                  <a:pt x="19695" y="1085"/>
                </a:cubicBezTo>
                <a:cubicBezTo>
                  <a:pt x="19560" y="1085"/>
                  <a:pt x="19414" y="1186"/>
                  <a:pt x="19241" y="1415"/>
                </a:cubicBezTo>
                <a:cubicBezTo>
                  <a:pt x="19090" y="1615"/>
                  <a:pt x="19070" y="1638"/>
                  <a:pt x="18984" y="1644"/>
                </a:cubicBezTo>
                <a:cubicBezTo>
                  <a:pt x="18932" y="1647"/>
                  <a:pt x="18849" y="1669"/>
                  <a:pt x="18801" y="1693"/>
                </a:cubicBezTo>
                <a:cubicBezTo>
                  <a:pt x="18752" y="1718"/>
                  <a:pt x="18690" y="1738"/>
                  <a:pt x="18666" y="1738"/>
                </a:cubicBezTo>
                <a:cubicBezTo>
                  <a:pt x="18643" y="1738"/>
                  <a:pt x="18625" y="1747"/>
                  <a:pt x="18625" y="1757"/>
                </a:cubicBezTo>
                <a:cubicBezTo>
                  <a:pt x="18625" y="1768"/>
                  <a:pt x="18608" y="1776"/>
                  <a:pt x="18591" y="1776"/>
                </a:cubicBezTo>
                <a:cubicBezTo>
                  <a:pt x="18573" y="1776"/>
                  <a:pt x="18519" y="1799"/>
                  <a:pt x="18469" y="1825"/>
                </a:cubicBezTo>
                <a:cubicBezTo>
                  <a:pt x="18419" y="1851"/>
                  <a:pt x="18364" y="1870"/>
                  <a:pt x="18347" y="1870"/>
                </a:cubicBezTo>
                <a:cubicBezTo>
                  <a:pt x="18330" y="1870"/>
                  <a:pt x="18266" y="1893"/>
                  <a:pt x="18205" y="1919"/>
                </a:cubicBezTo>
                <a:cubicBezTo>
                  <a:pt x="18144" y="1944"/>
                  <a:pt x="18087" y="1964"/>
                  <a:pt x="18077" y="1964"/>
                </a:cubicBezTo>
                <a:cubicBezTo>
                  <a:pt x="18067" y="1964"/>
                  <a:pt x="18048" y="1919"/>
                  <a:pt x="18036" y="1866"/>
                </a:cubicBezTo>
                <a:cubicBezTo>
                  <a:pt x="18006" y="1743"/>
                  <a:pt x="17976" y="1706"/>
                  <a:pt x="17826" y="1633"/>
                </a:cubicBezTo>
                <a:lnTo>
                  <a:pt x="17704" y="1573"/>
                </a:lnTo>
                <a:lnTo>
                  <a:pt x="17691" y="942"/>
                </a:lnTo>
                <a:cubicBezTo>
                  <a:pt x="17685" y="594"/>
                  <a:pt x="17673" y="279"/>
                  <a:pt x="17663" y="244"/>
                </a:cubicBezTo>
                <a:cubicBezTo>
                  <a:pt x="17644" y="178"/>
                  <a:pt x="17455" y="53"/>
                  <a:pt x="17372" y="52"/>
                </a:cubicBezTo>
                <a:cubicBezTo>
                  <a:pt x="17346" y="51"/>
                  <a:pt x="17300" y="41"/>
                  <a:pt x="17264" y="26"/>
                </a:cubicBezTo>
                <a:cubicBezTo>
                  <a:pt x="17181" y="-8"/>
                  <a:pt x="17115" y="-9"/>
                  <a:pt x="16993" y="26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600" name="image20.jpeg" descr="image20.jpeg"/>
          <p:cNvPicPr>
            <a:picLocks noChangeAspect="1"/>
          </p:cNvPicPr>
          <p:nvPr/>
        </p:nvPicPr>
        <p:blipFill>
          <a:blip r:embed="rId14"/>
          <a:srcRect l="203" t="6000" r="17" b="14223"/>
          <a:stretch>
            <a:fillRect/>
          </a:stretch>
        </p:blipFill>
        <p:spPr>
          <a:xfrm>
            <a:off x="1324972" y="2754600"/>
            <a:ext cx="1687107" cy="13487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2" h="21582" extrusionOk="0">
                <a:moveTo>
                  <a:pt x="6634" y="0"/>
                </a:moveTo>
                <a:cubicBezTo>
                  <a:pt x="6556" y="0"/>
                  <a:pt x="6491" y="11"/>
                  <a:pt x="6491" y="25"/>
                </a:cubicBezTo>
                <a:cubicBezTo>
                  <a:pt x="6491" y="39"/>
                  <a:pt x="6403" y="55"/>
                  <a:pt x="6293" y="63"/>
                </a:cubicBezTo>
                <a:cubicBezTo>
                  <a:pt x="6061" y="79"/>
                  <a:pt x="5797" y="116"/>
                  <a:pt x="5628" y="158"/>
                </a:cubicBezTo>
                <a:cubicBezTo>
                  <a:pt x="5563" y="175"/>
                  <a:pt x="5459" y="203"/>
                  <a:pt x="5399" y="216"/>
                </a:cubicBezTo>
                <a:cubicBezTo>
                  <a:pt x="5250" y="248"/>
                  <a:pt x="5181" y="273"/>
                  <a:pt x="4846" y="419"/>
                </a:cubicBezTo>
                <a:cubicBezTo>
                  <a:pt x="4685" y="489"/>
                  <a:pt x="4487" y="570"/>
                  <a:pt x="4404" y="603"/>
                </a:cubicBezTo>
                <a:cubicBezTo>
                  <a:pt x="4321" y="636"/>
                  <a:pt x="4185" y="701"/>
                  <a:pt x="4104" y="749"/>
                </a:cubicBezTo>
                <a:cubicBezTo>
                  <a:pt x="4023" y="797"/>
                  <a:pt x="3950" y="838"/>
                  <a:pt x="3942" y="838"/>
                </a:cubicBezTo>
                <a:cubicBezTo>
                  <a:pt x="3933" y="838"/>
                  <a:pt x="3879" y="880"/>
                  <a:pt x="3820" y="927"/>
                </a:cubicBezTo>
                <a:cubicBezTo>
                  <a:pt x="3761" y="974"/>
                  <a:pt x="3642" y="1054"/>
                  <a:pt x="3556" y="1111"/>
                </a:cubicBezTo>
                <a:cubicBezTo>
                  <a:pt x="3360" y="1241"/>
                  <a:pt x="3093" y="1457"/>
                  <a:pt x="2976" y="1581"/>
                </a:cubicBezTo>
                <a:cubicBezTo>
                  <a:pt x="2927" y="1633"/>
                  <a:pt x="2833" y="1732"/>
                  <a:pt x="2763" y="1803"/>
                </a:cubicBezTo>
                <a:cubicBezTo>
                  <a:pt x="2519" y="2053"/>
                  <a:pt x="2018" y="2701"/>
                  <a:pt x="1900" y="2921"/>
                </a:cubicBezTo>
                <a:cubicBezTo>
                  <a:pt x="1879" y="2959"/>
                  <a:pt x="1825" y="3044"/>
                  <a:pt x="1783" y="3111"/>
                </a:cubicBezTo>
                <a:cubicBezTo>
                  <a:pt x="1699" y="3248"/>
                  <a:pt x="1295" y="3993"/>
                  <a:pt x="1295" y="4013"/>
                </a:cubicBezTo>
                <a:cubicBezTo>
                  <a:pt x="1295" y="4037"/>
                  <a:pt x="1160" y="4315"/>
                  <a:pt x="1143" y="4324"/>
                </a:cubicBezTo>
                <a:cubicBezTo>
                  <a:pt x="1134" y="4329"/>
                  <a:pt x="1123" y="4359"/>
                  <a:pt x="1123" y="4388"/>
                </a:cubicBezTo>
                <a:cubicBezTo>
                  <a:pt x="1123" y="4416"/>
                  <a:pt x="1114" y="4439"/>
                  <a:pt x="1102" y="4439"/>
                </a:cubicBezTo>
                <a:cubicBezTo>
                  <a:pt x="1091" y="4439"/>
                  <a:pt x="1082" y="4448"/>
                  <a:pt x="1082" y="4464"/>
                </a:cubicBezTo>
                <a:cubicBezTo>
                  <a:pt x="1082" y="4480"/>
                  <a:pt x="1042" y="4597"/>
                  <a:pt x="996" y="4718"/>
                </a:cubicBezTo>
                <a:cubicBezTo>
                  <a:pt x="750" y="5364"/>
                  <a:pt x="659" y="5638"/>
                  <a:pt x="518" y="6140"/>
                </a:cubicBezTo>
                <a:cubicBezTo>
                  <a:pt x="504" y="6193"/>
                  <a:pt x="466" y="6333"/>
                  <a:pt x="432" y="6452"/>
                </a:cubicBezTo>
                <a:cubicBezTo>
                  <a:pt x="398" y="6571"/>
                  <a:pt x="366" y="6698"/>
                  <a:pt x="366" y="6731"/>
                </a:cubicBezTo>
                <a:cubicBezTo>
                  <a:pt x="366" y="6764"/>
                  <a:pt x="357" y="6792"/>
                  <a:pt x="345" y="6801"/>
                </a:cubicBezTo>
                <a:cubicBezTo>
                  <a:pt x="333" y="6810"/>
                  <a:pt x="325" y="6848"/>
                  <a:pt x="325" y="6883"/>
                </a:cubicBezTo>
                <a:cubicBezTo>
                  <a:pt x="325" y="6919"/>
                  <a:pt x="317" y="6957"/>
                  <a:pt x="305" y="6966"/>
                </a:cubicBezTo>
                <a:cubicBezTo>
                  <a:pt x="293" y="6975"/>
                  <a:pt x="279" y="7024"/>
                  <a:pt x="279" y="7074"/>
                </a:cubicBezTo>
                <a:cubicBezTo>
                  <a:pt x="279" y="7124"/>
                  <a:pt x="271" y="7173"/>
                  <a:pt x="259" y="7182"/>
                </a:cubicBezTo>
                <a:cubicBezTo>
                  <a:pt x="247" y="7191"/>
                  <a:pt x="239" y="7240"/>
                  <a:pt x="239" y="7290"/>
                </a:cubicBezTo>
                <a:cubicBezTo>
                  <a:pt x="239" y="7340"/>
                  <a:pt x="224" y="7389"/>
                  <a:pt x="213" y="7398"/>
                </a:cubicBezTo>
                <a:cubicBezTo>
                  <a:pt x="201" y="7407"/>
                  <a:pt x="193" y="7466"/>
                  <a:pt x="193" y="7531"/>
                </a:cubicBezTo>
                <a:cubicBezTo>
                  <a:pt x="193" y="7596"/>
                  <a:pt x="185" y="7662"/>
                  <a:pt x="173" y="7671"/>
                </a:cubicBezTo>
                <a:cubicBezTo>
                  <a:pt x="161" y="7680"/>
                  <a:pt x="152" y="7739"/>
                  <a:pt x="152" y="7804"/>
                </a:cubicBezTo>
                <a:cubicBezTo>
                  <a:pt x="152" y="7869"/>
                  <a:pt x="143" y="7929"/>
                  <a:pt x="132" y="7938"/>
                </a:cubicBezTo>
                <a:cubicBezTo>
                  <a:pt x="113" y="7953"/>
                  <a:pt x="99" y="8018"/>
                  <a:pt x="61" y="8331"/>
                </a:cubicBezTo>
                <a:cubicBezTo>
                  <a:pt x="19" y="8688"/>
                  <a:pt x="0" y="9342"/>
                  <a:pt x="0" y="9976"/>
                </a:cubicBezTo>
                <a:cubicBezTo>
                  <a:pt x="1" y="10610"/>
                  <a:pt x="24" y="11228"/>
                  <a:pt x="66" y="11500"/>
                </a:cubicBezTo>
                <a:cubicBezTo>
                  <a:pt x="79" y="11582"/>
                  <a:pt x="96" y="11711"/>
                  <a:pt x="107" y="11792"/>
                </a:cubicBezTo>
                <a:cubicBezTo>
                  <a:pt x="140" y="12043"/>
                  <a:pt x="153" y="12120"/>
                  <a:pt x="173" y="12135"/>
                </a:cubicBezTo>
                <a:cubicBezTo>
                  <a:pt x="183" y="12143"/>
                  <a:pt x="193" y="12203"/>
                  <a:pt x="193" y="12269"/>
                </a:cubicBezTo>
                <a:cubicBezTo>
                  <a:pt x="193" y="12334"/>
                  <a:pt x="201" y="12393"/>
                  <a:pt x="213" y="12402"/>
                </a:cubicBezTo>
                <a:cubicBezTo>
                  <a:pt x="224" y="12411"/>
                  <a:pt x="239" y="12449"/>
                  <a:pt x="239" y="12485"/>
                </a:cubicBezTo>
                <a:cubicBezTo>
                  <a:pt x="239" y="12520"/>
                  <a:pt x="247" y="12558"/>
                  <a:pt x="259" y="12567"/>
                </a:cubicBezTo>
                <a:cubicBezTo>
                  <a:pt x="271" y="12576"/>
                  <a:pt x="279" y="12620"/>
                  <a:pt x="279" y="12669"/>
                </a:cubicBezTo>
                <a:cubicBezTo>
                  <a:pt x="279" y="12717"/>
                  <a:pt x="302" y="12810"/>
                  <a:pt x="325" y="12872"/>
                </a:cubicBezTo>
                <a:cubicBezTo>
                  <a:pt x="349" y="12934"/>
                  <a:pt x="366" y="13000"/>
                  <a:pt x="366" y="13024"/>
                </a:cubicBezTo>
                <a:cubicBezTo>
                  <a:pt x="366" y="13088"/>
                  <a:pt x="472" y="13474"/>
                  <a:pt x="508" y="13545"/>
                </a:cubicBezTo>
                <a:cubicBezTo>
                  <a:pt x="525" y="13578"/>
                  <a:pt x="538" y="13624"/>
                  <a:pt x="538" y="13647"/>
                </a:cubicBezTo>
                <a:cubicBezTo>
                  <a:pt x="538" y="13695"/>
                  <a:pt x="603" y="13856"/>
                  <a:pt x="894" y="14593"/>
                </a:cubicBezTo>
                <a:cubicBezTo>
                  <a:pt x="1149" y="15239"/>
                  <a:pt x="1218" y="15402"/>
                  <a:pt x="1443" y="15831"/>
                </a:cubicBezTo>
                <a:cubicBezTo>
                  <a:pt x="1569" y="16072"/>
                  <a:pt x="1621" y="16157"/>
                  <a:pt x="1732" y="16320"/>
                </a:cubicBezTo>
                <a:cubicBezTo>
                  <a:pt x="1775" y="16382"/>
                  <a:pt x="1826" y="16464"/>
                  <a:pt x="1844" y="16498"/>
                </a:cubicBezTo>
                <a:cubicBezTo>
                  <a:pt x="1862" y="16532"/>
                  <a:pt x="1917" y="16610"/>
                  <a:pt x="1966" y="16676"/>
                </a:cubicBezTo>
                <a:cubicBezTo>
                  <a:pt x="2015" y="16741"/>
                  <a:pt x="2057" y="16808"/>
                  <a:pt x="2057" y="16822"/>
                </a:cubicBezTo>
                <a:cubicBezTo>
                  <a:pt x="2057" y="16875"/>
                  <a:pt x="2451" y="17303"/>
                  <a:pt x="2641" y="17457"/>
                </a:cubicBezTo>
                <a:cubicBezTo>
                  <a:pt x="2765" y="17557"/>
                  <a:pt x="2859" y="17669"/>
                  <a:pt x="2941" y="17819"/>
                </a:cubicBezTo>
                <a:cubicBezTo>
                  <a:pt x="2967" y="17867"/>
                  <a:pt x="3046" y="17954"/>
                  <a:pt x="3114" y="18009"/>
                </a:cubicBezTo>
                <a:cubicBezTo>
                  <a:pt x="3294" y="18157"/>
                  <a:pt x="3389" y="18250"/>
                  <a:pt x="3561" y="18448"/>
                </a:cubicBezTo>
                <a:cubicBezTo>
                  <a:pt x="3645" y="18545"/>
                  <a:pt x="3754" y="18658"/>
                  <a:pt x="3799" y="18695"/>
                </a:cubicBezTo>
                <a:cubicBezTo>
                  <a:pt x="3899" y="18777"/>
                  <a:pt x="3974" y="18864"/>
                  <a:pt x="4145" y="19108"/>
                </a:cubicBezTo>
                <a:cubicBezTo>
                  <a:pt x="4216" y="19210"/>
                  <a:pt x="4315" y="19329"/>
                  <a:pt x="4368" y="19368"/>
                </a:cubicBezTo>
                <a:cubicBezTo>
                  <a:pt x="4422" y="19408"/>
                  <a:pt x="4495" y="19473"/>
                  <a:pt x="4531" y="19514"/>
                </a:cubicBezTo>
                <a:cubicBezTo>
                  <a:pt x="4567" y="19556"/>
                  <a:pt x="4625" y="19604"/>
                  <a:pt x="4658" y="19622"/>
                </a:cubicBezTo>
                <a:cubicBezTo>
                  <a:pt x="4691" y="19641"/>
                  <a:pt x="4719" y="19662"/>
                  <a:pt x="4719" y="19673"/>
                </a:cubicBezTo>
                <a:cubicBezTo>
                  <a:pt x="4719" y="19684"/>
                  <a:pt x="4736" y="19699"/>
                  <a:pt x="4759" y="19699"/>
                </a:cubicBezTo>
                <a:cubicBezTo>
                  <a:pt x="4783" y="19699"/>
                  <a:pt x="4805" y="19709"/>
                  <a:pt x="4805" y="19724"/>
                </a:cubicBezTo>
                <a:cubicBezTo>
                  <a:pt x="4805" y="19739"/>
                  <a:pt x="4816" y="19749"/>
                  <a:pt x="4835" y="19749"/>
                </a:cubicBezTo>
                <a:cubicBezTo>
                  <a:pt x="4853" y="19749"/>
                  <a:pt x="4912" y="19784"/>
                  <a:pt x="4962" y="19826"/>
                </a:cubicBezTo>
                <a:cubicBezTo>
                  <a:pt x="5040" y="19891"/>
                  <a:pt x="5133" y="19947"/>
                  <a:pt x="5389" y="20086"/>
                </a:cubicBezTo>
                <a:cubicBezTo>
                  <a:pt x="5419" y="20102"/>
                  <a:pt x="5479" y="20143"/>
                  <a:pt x="5526" y="20181"/>
                </a:cubicBezTo>
                <a:cubicBezTo>
                  <a:pt x="5730" y="20346"/>
                  <a:pt x="6085" y="20536"/>
                  <a:pt x="6197" y="20537"/>
                </a:cubicBezTo>
                <a:cubicBezTo>
                  <a:pt x="6246" y="20537"/>
                  <a:pt x="6617" y="20729"/>
                  <a:pt x="6776" y="20835"/>
                </a:cubicBezTo>
                <a:cubicBezTo>
                  <a:pt x="6797" y="20849"/>
                  <a:pt x="6829" y="20861"/>
                  <a:pt x="6847" y="20861"/>
                </a:cubicBezTo>
                <a:cubicBezTo>
                  <a:pt x="6865" y="20861"/>
                  <a:pt x="6882" y="20868"/>
                  <a:pt x="6882" y="20880"/>
                </a:cubicBezTo>
                <a:cubicBezTo>
                  <a:pt x="6882" y="20908"/>
                  <a:pt x="7106" y="21017"/>
                  <a:pt x="7238" y="21051"/>
                </a:cubicBezTo>
                <a:cubicBezTo>
                  <a:pt x="7368" y="21085"/>
                  <a:pt x="7664" y="21182"/>
                  <a:pt x="7954" y="21293"/>
                </a:cubicBezTo>
                <a:cubicBezTo>
                  <a:pt x="7991" y="21306"/>
                  <a:pt x="8041" y="21318"/>
                  <a:pt x="8066" y="21318"/>
                </a:cubicBezTo>
                <a:cubicBezTo>
                  <a:pt x="8091" y="21318"/>
                  <a:pt x="8120" y="21329"/>
                  <a:pt x="8127" y="21343"/>
                </a:cubicBezTo>
                <a:cubicBezTo>
                  <a:pt x="8134" y="21358"/>
                  <a:pt x="8192" y="21375"/>
                  <a:pt x="8254" y="21375"/>
                </a:cubicBezTo>
                <a:cubicBezTo>
                  <a:pt x="8316" y="21375"/>
                  <a:pt x="8375" y="21387"/>
                  <a:pt x="8386" y="21401"/>
                </a:cubicBezTo>
                <a:cubicBezTo>
                  <a:pt x="8397" y="21414"/>
                  <a:pt x="8492" y="21432"/>
                  <a:pt x="8599" y="21439"/>
                </a:cubicBezTo>
                <a:cubicBezTo>
                  <a:pt x="8706" y="21446"/>
                  <a:pt x="8849" y="21466"/>
                  <a:pt x="8914" y="21483"/>
                </a:cubicBezTo>
                <a:cubicBezTo>
                  <a:pt x="8980" y="21501"/>
                  <a:pt x="9116" y="21517"/>
                  <a:pt x="9219" y="21528"/>
                </a:cubicBezTo>
                <a:cubicBezTo>
                  <a:pt x="9322" y="21538"/>
                  <a:pt x="9418" y="21560"/>
                  <a:pt x="9427" y="21572"/>
                </a:cubicBezTo>
                <a:cubicBezTo>
                  <a:pt x="9446" y="21595"/>
                  <a:pt x="10709" y="21574"/>
                  <a:pt x="11022" y="21547"/>
                </a:cubicBezTo>
                <a:cubicBezTo>
                  <a:pt x="11129" y="21537"/>
                  <a:pt x="11229" y="21522"/>
                  <a:pt x="11240" y="21508"/>
                </a:cubicBezTo>
                <a:cubicBezTo>
                  <a:pt x="11252" y="21495"/>
                  <a:pt x="11345" y="21483"/>
                  <a:pt x="11449" y="21483"/>
                </a:cubicBezTo>
                <a:cubicBezTo>
                  <a:pt x="11553" y="21483"/>
                  <a:pt x="11645" y="21466"/>
                  <a:pt x="11652" y="21451"/>
                </a:cubicBezTo>
                <a:cubicBezTo>
                  <a:pt x="11659" y="21436"/>
                  <a:pt x="11711" y="21426"/>
                  <a:pt x="11769" y="21426"/>
                </a:cubicBezTo>
                <a:cubicBezTo>
                  <a:pt x="11827" y="21426"/>
                  <a:pt x="11884" y="21414"/>
                  <a:pt x="11891" y="21401"/>
                </a:cubicBezTo>
                <a:cubicBezTo>
                  <a:pt x="11897" y="21387"/>
                  <a:pt x="11937" y="21371"/>
                  <a:pt x="11982" y="21362"/>
                </a:cubicBezTo>
                <a:cubicBezTo>
                  <a:pt x="12092" y="21342"/>
                  <a:pt x="12263" y="21301"/>
                  <a:pt x="12368" y="21267"/>
                </a:cubicBezTo>
                <a:cubicBezTo>
                  <a:pt x="12416" y="21252"/>
                  <a:pt x="12493" y="21231"/>
                  <a:pt x="12541" y="21216"/>
                </a:cubicBezTo>
                <a:cubicBezTo>
                  <a:pt x="12588" y="21202"/>
                  <a:pt x="12683" y="21169"/>
                  <a:pt x="12754" y="21147"/>
                </a:cubicBezTo>
                <a:cubicBezTo>
                  <a:pt x="12825" y="21124"/>
                  <a:pt x="12968" y="21083"/>
                  <a:pt x="13069" y="21058"/>
                </a:cubicBezTo>
                <a:cubicBezTo>
                  <a:pt x="13298" y="20999"/>
                  <a:pt x="13967" y="20726"/>
                  <a:pt x="14227" y="20581"/>
                </a:cubicBezTo>
                <a:cubicBezTo>
                  <a:pt x="14598" y="20376"/>
                  <a:pt x="14963" y="20147"/>
                  <a:pt x="15091" y="20042"/>
                </a:cubicBezTo>
                <a:cubicBezTo>
                  <a:pt x="15161" y="19983"/>
                  <a:pt x="15247" y="19919"/>
                  <a:pt x="15284" y="19895"/>
                </a:cubicBezTo>
                <a:cubicBezTo>
                  <a:pt x="15320" y="19872"/>
                  <a:pt x="15388" y="19815"/>
                  <a:pt x="15431" y="19768"/>
                </a:cubicBezTo>
                <a:cubicBezTo>
                  <a:pt x="15474" y="19722"/>
                  <a:pt x="15573" y="19620"/>
                  <a:pt x="15649" y="19546"/>
                </a:cubicBezTo>
                <a:cubicBezTo>
                  <a:pt x="15831" y="19370"/>
                  <a:pt x="16540" y="18478"/>
                  <a:pt x="16584" y="18371"/>
                </a:cubicBezTo>
                <a:cubicBezTo>
                  <a:pt x="16603" y="18326"/>
                  <a:pt x="16626" y="18289"/>
                  <a:pt x="16635" y="18289"/>
                </a:cubicBezTo>
                <a:cubicBezTo>
                  <a:pt x="16644" y="18289"/>
                  <a:pt x="16666" y="18254"/>
                  <a:pt x="16685" y="18213"/>
                </a:cubicBezTo>
                <a:cubicBezTo>
                  <a:pt x="16705" y="18172"/>
                  <a:pt x="16788" y="18029"/>
                  <a:pt x="16868" y="17895"/>
                </a:cubicBezTo>
                <a:cubicBezTo>
                  <a:pt x="17009" y="17659"/>
                  <a:pt x="17043" y="17602"/>
                  <a:pt x="17158" y="17343"/>
                </a:cubicBezTo>
                <a:cubicBezTo>
                  <a:pt x="17187" y="17276"/>
                  <a:pt x="17220" y="17200"/>
                  <a:pt x="17234" y="17178"/>
                </a:cubicBezTo>
                <a:cubicBezTo>
                  <a:pt x="17262" y="17134"/>
                  <a:pt x="17456" y="16659"/>
                  <a:pt x="17483" y="16568"/>
                </a:cubicBezTo>
                <a:cubicBezTo>
                  <a:pt x="17499" y="16513"/>
                  <a:pt x="17575" y="16282"/>
                  <a:pt x="17625" y="16136"/>
                </a:cubicBezTo>
                <a:cubicBezTo>
                  <a:pt x="17640" y="16091"/>
                  <a:pt x="17680" y="15957"/>
                  <a:pt x="17711" y="15838"/>
                </a:cubicBezTo>
                <a:cubicBezTo>
                  <a:pt x="17743" y="15719"/>
                  <a:pt x="17784" y="15578"/>
                  <a:pt x="17803" y="15526"/>
                </a:cubicBezTo>
                <a:cubicBezTo>
                  <a:pt x="17841" y="15421"/>
                  <a:pt x="17913" y="15103"/>
                  <a:pt x="17930" y="14968"/>
                </a:cubicBezTo>
                <a:cubicBezTo>
                  <a:pt x="17936" y="14919"/>
                  <a:pt x="17950" y="14874"/>
                  <a:pt x="17960" y="14866"/>
                </a:cubicBezTo>
                <a:cubicBezTo>
                  <a:pt x="17971" y="14858"/>
                  <a:pt x="17981" y="14819"/>
                  <a:pt x="17981" y="14783"/>
                </a:cubicBezTo>
                <a:cubicBezTo>
                  <a:pt x="17981" y="14748"/>
                  <a:pt x="17990" y="14715"/>
                  <a:pt x="18001" y="14707"/>
                </a:cubicBezTo>
                <a:cubicBezTo>
                  <a:pt x="18012" y="14699"/>
                  <a:pt x="18026" y="14642"/>
                  <a:pt x="18031" y="14587"/>
                </a:cubicBezTo>
                <a:cubicBezTo>
                  <a:pt x="18037" y="14531"/>
                  <a:pt x="18057" y="14383"/>
                  <a:pt x="18077" y="14256"/>
                </a:cubicBezTo>
                <a:cubicBezTo>
                  <a:pt x="18122" y="13970"/>
                  <a:pt x="18154" y="13748"/>
                  <a:pt x="18179" y="13539"/>
                </a:cubicBezTo>
                <a:cubicBezTo>
                  <a:pt x="18189" y="13449"/>
                  <a:pt x="18207" y="13294"/>
                  <a:pt x="18219" y="13189"/>
                </a:cubicBezTo>
                <a:cubicBezTo>
                  <a:pt x="18278" y="12699"/>
                  <a:pt x="18329" y="11688"/>
                  <a:pt x="18341" y="10738"/>
                </a:cubicBezTo>
                <a:cubicBezTo>
                  <a:pt x="18347" y="10259"/>
                  <a:pt x="18359" y="9902"/>
                  <a:pt x="18372" y="9887"/>
                </a:cubicBezTo>
                <a:cubicBezTo>
                  <a:pt x="18384" y="9872"/>
                  <a:pt x="18392" y="9646"/>
                  <a:pt x="18392" y="9354"/>
                </a:cubicBezTo>
                <a:lnTo>
                  <a:pt x="18392" y="8852"/>
                </a:lnTo>
                <a:lnTo>
                  <a:pt x="18463" y="8782"/>
                </a:lnTo>
                <a:cubicBezTo>
                  <a:pt x="18551" y="8699"/>
                  <a:pt x="18635" y="8686"/>
                  <a:pt x="19271" y="8655"/>
                </a:cubicBezTo>
                <a:cubicBezTo>
                  <a:pt x="19544" y="8642"/>
                  <a:pt x="19863" y="8620"/>
                  <a:pt x="19982" y="8604"/>
                </a:cubicBezTo>
                <a:cubicBezTo>
                  <a:pt x="20233" y="8571"/>
                  <a:pt x="20563" y="8534"/>
                  <a:pt x="20871" y="8503"/>
                </a:cubicBezTo>
                <a:cubicBezTo>
                  <a:pt x="20990" y="8491"/>
                  <a:pt x="21113" y="8463"/>
                  <a:pt x="21145" y="8446"/>
                </a:cubicBezTo>
                <a:cubicBezTo>
                  <a:pt x="21232" y="8399"/>
                  <a:pt x="21383" y="8199"/>
                  <a:pt x="21460" y="8020"/>
                </a:cubicBezTo>
                <a:cubicBezTo>
                  <a:pt x="21600" y="7693"/>
                  <a:pt x="21599" y="7680"/>
                  <a:pt x="21587" y="6166"/>
                </a:cubicBezTo>
                <a:cubicBezTo>
                  <a:pt x="21574" y="4503"/>
                  <a:pt x="21558" y="4025"/>
                  <a:pt x="21506" y="3905"/>
                </a:cubicBezTo>
                <a:cubicBezTo>
                  <a:pt x="21454" y="3788"/>
                  <a:pt x="21364" y="3716"/>
                  <a:pt x="21247" y="3696"/>
                </a:cubicBezTo>
                <a:cubicBezTo>
                  <a:pt x="21194" y="3686"/>
                  <a:pt x="21114" y="3672"/>
                  <a:pt x="21069" y="3664"/>
                </a:cubicBezTo>
                <a:cubicBezTo>
                  <a:pt x="21022" y="3655"/>
                  <a:pt x="20978" y="3659"/>
                  <a:pt x="20962" y="3676"/>
                </a:cubicBezTo>
                <a:cubicBezTo>
                  <a:pt x="20919" y="3720"/>
                  <a:pt x="20869" y="3661"/>
                  <a:pt x="20830" y="3518"/>
                </a:cubicBezTo>
                <a:cubicBezTo>
                  <a:pt x="20809" y="3440"/>
                  <a:pt x="20796" y="3294"/>
                  <a:pt x="20795" y="3118"/>
                </a:cubicBezTo>
                <a:cubicBezTo>
                  <a:pt x="20795" y="2964"/>
                  <a:pt x="20786" y="2835"/>
                  <a:pt x="20774" y="2826"/>
                </a:cubicBezTo>
                <a:cubicBezTo>
                  <a:pt x="20762" y="2816"/>
                  <a:pt x="20754" y="2725"/>
                  <a:pt x="20754" y="2622"/>
                </a:cubicBezTo>
                <a:cubicBezTo>
                  <a:pt x="20754" y="2342"/>
                  <a:pt x="20733" y="2324"/>
                  <a:pt x="20383" y="2324"/>
                </a:cubicBezTo>
                <a:cubicBezTo>
                  <a:pt x="20222" y="2324"/>
                  <a:pt x="20102" y="2340"/>
                  <a:pt x="20094" y="2356"/>
                </a:cubicBezTo>
                <a:cubicBezTo>
                  <a:pt x="20087" y="2372"/>
                  <a:pt x="19952" y="2381"/>
                  <a:pt x="19769" y="2381"/>
                </a:cubicBezTo>
                <a:cubicBezTo>
                  <a:pt x="19600" y="2381"/>
                  <a:pt x="19456" y="2393"/>
                  <a:pt x="19444" y="2406"/>
                </a:cubicBezTo>
                <a:cubicBezTo>
                  <a:pt x="19433" y="2420"/>
                  <a:pt x="19367" y="2437"/>
                  <a:pt x="19301" y="2445"/>
                </a:cubicBezTo>
                <a:cubicBezTo>
                  <a:pt x="19236" y="2452"/>
                  <a:pt x="19119" y="2467"/>
                  <a:pt x="19042" y="2476"/>
                </a:cubicBezTo>
                <a:cubicBezTo>
                  <a:pt x="18965" y="2486"/>
                  <a:pt x="18880" y="2505"/>
                  <a:pt x="18854" y="2521"/>
                </a:cubicBezTo>
                <a:cubicBezTo>
                  <a:pt x="18826" y="2538"/>
                  <a:pt x="18772" y="2540"/>
                  <a:pt x="18722" y="2527"/>
                </a:cubicBezTo>
                <a:cubicBezTo>
                  <a:pt x="18600" y="2497"/>
                  <a:pt x="17669" y="2507"/>
                  <a:pt x="17493" y="2540"/>
                </a:cubicBezTo>
                <a:cubicBezTo>
                  <a:pt x="17410" y="2555"/>
                  <a:pt x="17298" y="2580"/>
                  <a:pt x="17244" y="2597"/>
                </a:cubicBezTo>
                <a:cubicBezTo>
                  <a:pt x="17191" y="2614"/>
                  <a:pt x="17083" y="2636"/>
                  <a:pt x="17005" y="2648"/>
                </a:cubicBezTo>
                <a:cubicBezTo>
                  <a:pt x="16928" y="2660"/>
                  <a:pt x="16837" y="2687"/>
                  <a:pt x="16797" y="2705"/>
                </a:cubicBezTo>
                <a:cubicBezTo>
                  <a:pt x="16733" y="2735"/>
                  <a:pt x="16713" y="2731"/>
                  <a:pt x="16619" y="2667"/>
                </a:cubicBezTo>
                <a:cubicBezTo>
                  <a:pt x="16526" y="2603"/>
                  <a:pt x="16490" y="2597"/>
                  <a:pt x="16284" y="2597"/>
                </a:cubicBezTo>
                <a:cubicBezTo>
                  <a:pt x="16158" y="2597"/>
                  <a:pt x="16037" y="2608"/>
                  <a:pt x="16010" y="2622"/>
                </a:cubicBezTo>
                <a:cubicBezTo>
                  <a:pt x="15982" y="2636"/>
                  <a:pt x="15930" y="2652"/>
                  <a:pt x="15898" y="2660"/>
                </a:cubicBezTo>
                <a:cubicBezTo>
                  <a:pt x="15866" y="2669"/>
                  <a:pt x="15822" y="2703"/>
                  <a:pt x="15797" y="2737"/>
                </a:cubicBezTo>
                <a:cubicBezTo>
                  <a:pt x="15752" y="2796"/>
                  <a:pt x="15751" y="2814"/>
                  <a:pt x="15766" y="3562"/>
                </a:cubicBezTo>
                <a:cubicBezTo>
                  <a:pt x="15780" y="4251"/>
                  <a:pt x="15779" y="4324"/>
                  <a:pt x="15746" y="4388"/>
                </a:cubicBezTo>
                <a:cubicBezTo>
                  <a:pt x="15714" y="4449"/>
                  <a:pt x="15707" y="4519"/>
                  <a:pt x="15715" y="4953"/>
                </a:cubicBezTo>
                <a:cubicBezTo>
                  <a:pt x="15721" y="5226"/>
                  <a:pt x="15742" y="5654"/>
                  <a:pt x="15761" y="5899"/>
                </a:cubicBezTo>
                <a:cubicBezTo>
                  <a:pt x="15780" y="6145"/>
                  <a:pt x="15806" y="6473"/>
                  <a:pt x="15817" y="6629"/>
                </a:cubicBezTo>
                <a:cubicBezTo>
                  <a:pt x="15827" y="6786"/>
                  <a:pt x="15845" y="6952"/>
                  <a:pt x="15858" y="7004"/>
                </a:cubicBezTo>
                <a:cubicBezTo>
                  <a:pt x="15872" y="7056"/>
                  <a:pt x="15884" y="7186"/>
                  <a:pt x="15883" y="7290"/>
                </a:cubicBezTo>
                <a:cubicBezTo>
                  <a:pt x="15878" y="7633"/>
                  <a:pt x="15918" y="7789"/>
                  <a:pt x="16142" y="8211"/>
                </a:cubicBezTo>
                <a:cubicBezTo>
                  <a:pt x="16451" y="8795"/>
                  <a:pt x="16558" y="8871"/>
                  <a:pt x="17041" y="8871"/>
                </a:cubicBezTo>
                <a:cubicBezTo>
                  <a:pt x="17276" y="8871"/>
                  <a:pt x="17357" y="8880"/>
                  <a:pt x="17376" y="8909"/>
                </a:cubicBezTo>
                <a:cubicBezTo>
                  <a:pt x="17406" y="8954"/>
                  <a:pt x="17391" y="10579"/>
                  <a:pt x="17356" y="11310"/>
                </a:cubicBezTo>
                <a:cubicBezTo>
                  <a:pt x="17336" y="11726"/>
                  <a:pt x="17326" y="11895"/>
                  <a:pt x="17270" y="12592"/>
                </a:cubicBezTo>
                <a:cubicBezTo>
                  <a:pt x="17259" y="12740"/>
                  <a:pt x="17241" y="12940"/>
                  <a:pt x="17234" y="13037"/>
                </a:cubicBezTo>
                <a:cubicBezTo>
                  <a:pt x="17227" y="13134"/>
                  <a:pt x="17209" y="13226"/>
                  <a:pt x="17198" y="13240"/>
                </a:cubicBezTo>
                <a:cubicBezTo>
                  <a:pt x="17187" y="13254"/>
                  <a:pt x="17183" y="13329"/>
                  <a:pt x="17183" y="13405"/>
                </a:cubicBezTo>
                <a:cubicBezTo>
                  <a:pt x="17183" y="13481"/>
                  <a:pt x="17173" y="13556"/>
                  <a:pt x="17163" y="13570"/>
                </a:cubicBezTo>
                <a:cubicBezTo>
                  <a:pt x="17152" y="13585"/>
                  <a:pt x="17139" y="13644"/>
                  <a:pt x="17132" y="13704"/>
                </a:cubicBezTo>
                <a:cubicBezTo>
                  <a:pt x="17117" y="13844"/>
                  <a:pt x="17082" y="14053"/>
                  <a:pt x="17051" y="14206"/>
                </a:cubicBezTo>
                <a:cubicBezTo>
                  <a:pt x="17037" y="14272"/>
                  <a:pt x="17022" y="14372"/>
                  <a:pt x="17016" y="14428"/>
                </a:cubicBezTo>
                <a:cubicBezTo>
                  <a:pt x="17009" y="14484"/>
                  <a:pt x="16996" y="14534"/>
                  <a:pt x="16985" y="14542"/>
                </a:cubicBezTo>
                <a:cubicBezTo>
                  <a:pt x="16974" y="14550"/>
                  <a:pt x="16965" y="14582"/>
                  <a:pt x="16965" y="14612"/>
                </a:cubicBezTo>
                <a:cubicBezTo>
                  <a:pt x="16965" y="14754"/>
                  <a:pt x="16718" y="15613"/>
                  <a:pt x="16584" y="15939"/>
                </a:cubicBezTo>
                <a:cubicBezTo>
                  <a:pt x="16543" y="16038"/>
                  <a:pt x="16508" y="16139"/>
                  <a:pt x="16508" y="16161"/>
                </a:cubicBezTo>
                <a:cubicBezTo>
                  <a:pt x="16508" y="16184"/>
                  <a:pt x="16498" y="16218"/>
                  <a:pt x="16482" y="16238"/>
                </a:cubicBezTo>
                <a:cubicBezTo>
                  <a:pt x="16467" y="16257"/>
                  <a:pt x="16425" y="16345"/>
                  <a:pt x="16391" y="16435"/>
                </a:cubicBezTo>
                <a:cubicBezTo>
                  <a:pt x="16357" y="16524"/>
                  <a:pt x="16302" y="16652"/>
                  <a:pt x="16269" y="16714"/>
                </a:cubicBezTo>
                <a:cubicBezTo>
                  <a:pt x="16235" y="16776"/>
                  <a:pt x="16208" y="16832"/>
                  <a:pt x="16208" y="16841"/>
                </a:cubicBezTo>
                <a:cubicBezTo>
                  <a:pt x="16208" y="16855"/>
                  <a:pt x="16026" y="17191"/>
                  <a:pt x="15893" y="17425"/>
                </a:cubicBezTo>
                <a:cubicBezTo>
                  <a:pt x="15711" y="17745"/>
                  <a:pt x="15167" y="18406"/>
                  <a:pt x="14918" y="18613"/>
                </a:cubicBezTo>
                <a:cubicBezTo>
                  <a:pt x="14858" y="18662"/>
                  <a:pt x="14781" y="18737"/>
                  <a:pt x="14745" y="18778"/>
                </a:cubicBezTo>
                <a:cubicBezTo>
                  <a:pt x="14635" y="18904"/>
                  <a:pt x="14391" y="19094"/>
                  <a:pt x="13968" y="19375"/>
                </a:cubicBezTo>
                <a:cubicBezTo>
                  <a:pt x="13804" y="19484"/>
                  <a:pt x="13511" y="19641"/>
                  <a:pt x="13475" y="19641"/>
                </a:cubicBezTo>
                <a:cubicBezTo>
                  <a:pt x="13466" y="19642"/>
                  <a:pt x="13419" y="19664"/>
                  <a:pt x="13369" y="19692"/>
                </a:cubicBezTo>
                <a:cubicBezTo>
                  <a:pt x="13230" y="19770"/>
                  <a:pt x="13019" y="19857"/>
                  <a:pt x="12967" y="19857"/>
                </a:cubicBezTo>
                <a:cubicBezTo>
                  <a:pt x="12942" y="19857"/>
                  <a:pt x="12914" y="19868"/>
                  <a:pt x="12906" y="19883"/>
                </a:cubicBezTo>
                <a:cubicBezTo>
                  <a:pt x="12899" y="19898"/>
                  <a:pt x="12873" y="19915"/>
                  <a:pt x="12851" y="19915"/>
                </a:cubicBezTo>
                <a:cubicBezTo>
                  <a:pt x="12828" y="19915"/>
                  <a:pt x="12778" y="19932"/>
                  <a:pt x="12739" y="19959"/>
                </a:cubicBezTo>
                <a:cubicBezTo>
                  <a:pt x="12658" y="20014"/>
                  <a:pt x="12536" y="20061"/>
                  <a:pt x="12409" y="20086"/>
                </a:cubicBezTo>
                <a:cubicBezTo>
                  <a:pt x="12306" y="20107"/>
                  <a:pt x="12187" y="20139"/>
                  <a:pt x="12053" y="20181"/>
                </a:cubicBezTo>
                <a:cubicBezTo>
                  <a:pt x="12000" y="20198"/>
                  <a:pt x="11922" y="20219"/>
                  <a:pt x="11880" y="20226"/>
                </a:cubicBezTo>
                <a:cubicBezTo>
                  <a:pt x="11839" y="20232"/>
                  <a:pt x="11757" y="20249"/>
                  <a:pt x="11698" y="20264"/>
                </a:cubicBezTo>
                <a:cubicBezTo>
                  <a:pt x="11638" y="20279"/>
                  <a:pt x="11478" y="20305"/>
                  <a:pt x="11347" y="20321"/>
                </a:cubicBezTo>
                <a:cubicBezTo>
                  <a:pt x="10120" y="20472"/>
                  <a:pt x="9017" y="20421"/>
                  <a:pt x="8244" y="20181"/>
                </a:cubicBezTo>
                <a:cubicBezTo>
                  <a:pt x="8190" y="20165"/>
                  <a:pt x="8104" y="20143"/>
                  <a:pt x="8051" y="20130"/>
                </a:cubicBezTo>
                <a:cubicBezTo>
                  <a:pt x="7882" y="20089"/>
                  <a:pt x="7780" y="20055"/>
                  <a:pt x="7680" y="20010"/>
                </a:cubicBezTo>
                <a:cubicBezTo>
                  <a:pt x="7626" y="19986"/>
                  <a:pt x="7564" y="19966"/>
                  <a:pt x="7538" y="19965"/>
                </a:cubicBezTo>
                <a:cubicBezTo>
                  <a:pt x="7512" y="19965"/>
                  <a:pt x="7484" y="19955"/>
                  <a:pt x="7477" y="19940"/>
                </a:cubicBezTo>
                <a:cubicBezTo>
                  <a:pt x="7469" y="19925"/>
                  <a:pt x="7439" y="19915"/>
                  <a:pt x="7411" y="19915"/>
                </a:cubicBezTo>
                <a:cubicBezTo>
                  <a:pt x="7382" y="19915"/>
                  <a:pt x="7352" y="19898"/>
                  <a:pt x="7345" y="19883"/>
                </a:cubicBezTo>
                <a:cubicBezTo>
                  <a:pt x="7337" y="19868"/>
                  <a:pt x="7299" y="19857"/>
                  <a:pt x="7258" y="19857"/>
                </a:cubicBezTo>
                <a:cubicBezTo>
                  <a:pt x="7218" y="19857"/>
                  <a:pt x="7179" y="19847"/>
                  <a:pt x="7172" y="19832"/>
                </a:cubicBezTo>
                <a:cubicBezTo>
                  <a:pt x="7165" y="19817"/>
                  <a:pt x="7134" y="19807"/>
                  <a:pt x="7106" y="19807"/>
                </a:cubicBezTo>
                <a:cubicBezTo>
                  <a:pt x="7078" y="19807"/>
                  <a:pt x="7052" y="19790"/>
                  <a:pt x="7045" y="19775"/>
                </a:cubicBezTo>
                <a:cubicBezTo>
                  <a:pt x="7038" y="19760"/>
                  <a:pt x="7010" y="19749"/>
                  <a:pt x="6989" y="19749"/>
                </a:cubicBezTo>
                <a:cubicBezTo>
                  <a:pt x="6968" y="19749"/>
                  <a:pt x="6911" y="19728"/>
                  <a:pt x="6862" y="19699"/>
                </a:cubicBezTo>
                <a:cubicBezTo>
                  <a:pt x="6813" y="19669"/>
                  <a:pt x="6765" y="19641"/>
                  <a:pt x="6755" y="19641"/>
                </a:cubicBezTo>
                <a:cubicBezTo>
                  <a:pt x="6744" y="19641"/>
                  <a:pt x="6698" y="19614"/>
                  <a:pt x="6649" y="19584"/>
                </a:cubicBezTo>
                <a:cubicBezTo>
                  <a:pt x="6600" y="19555"/>
                  <a:pt x="6549" y="19534"/>
                  <a:pt x="6537" y="19534"/>
                </a:cubicBezTo>
                <a:cubicBezTo>
                  <a:pt x="6526" y="19534"/>
                  <a:pt x="6480" y="19512"/>
                  <a:pt x="6435" y="19483"/>
                </a:cubicBezTo>
                <a:cubicBezTo>
                  <a:pt x="6389" y="19453"/>
                  <a:pt x="6294" y="19392"/>
                  <a:pt x="6222" y="19349"/>
                </a:cubicBezTo>
                <a:cubicBezTo>
                  <a:pt x="5909" y="19161"/>
                  <a:pt x="5592" y="18955"/>
                  <a:pt x="5582" y="18937"/>
                </a:cubicBezTo>
                <a:cubicBezTo>
                  <a:pt x="5576" y="18925"/>
                  <a:pt x="5528" y="18888"/>
                  <a:pt x="5475" y="18854"/>
                </a:cubicBezTo>
                <a:cubicBezTo>
                  <a:pt x="5313" y="18752"/>
                  <a:pt x="4625" y="18173"/>
                  <a:pt x="4434" y="17978"/>
                </a:cubicBezTo>
                <a:cubicBezTo>
                  <a:pt x="4376" y="17918"/>
                  <a:pt x="4278" y="17821"/>
                  <a:pt x="4216" y="17762"/>
                </a:cubicBezTo>
                <a:cubicBezTo>
                  <a:pt x="3904" y="17460"/>
                  <a:pt x="3228" y="16643"/>
                  <a:pt x="3017" y="16314"/>
                </a:cubicBezTo>
                <a:cubicBezTo>
                  <a:pt x="2958" y="16221"/>
                  <a:pt x="2872" y="16091"/>
                  <a:pt x="2824" y="16022"/>
                </a:cubicBezTo>
                <a:cubicBezTo>
                  <a:pt x="2550" y="15628"/>
                  <a:pt x="2210" y="14985"/>
                  <a:pt x="1991" y="14453"/>
                </a:cubicBezTo>
                <a:cubicBezTo>
                  <a:pt x="1935" y="14317"/>
                  <a:pt x="1864" y="14174"/>
                  <a:pt x="1839" y="14129"/>
                </a:cubicBezTo>
                <a:cubicBezTo>
                  <a:pt x="1814" y="14085"/>
                  <a:pt x="1793" y="14031"/>
                  <a:pt x="1793" y="14015"/>
                </a:cubicBezTo>
                <a:cubicBezTo>
                  <a:pt x="1793" y="13999"/>
                  <a:pt x="1758" y="13884"/>
                  <a:pt x="1712" y="13761"/>
                </a:cubicBezTo>
                <a:cubicBezTo>
                  <a:pt x="1588" y="13433"/>
                  <a:pt x="1543" y="13298"/>
                  <a:pt x="1473" y="13012"/>
                </a:cubicBezTo>
                <a:cubicBezTo>
                  <a:pt x="1438" y="12870"/>
                  <a:pt x="1378" y="12633"/>
                  <a:pt x="1341" y="12485"/>
                </a:cubicBezTo>
                <a:cubicBezTo>
                  <a:pt x="1304" y="12336"/>
                  <a:pt x="1263" y="12142"/>
                  <a:pt x="1250" y="12053"/>
                </a:cubicBezTo>
                <a:cubicBezTo>
                  <a:pt x="1237" y="11964"/>
                  <a:pt x="1221" y="11829"/>
                  <a:pt x="1209" y="11754"/>
                </a:cubicBezTo>
                <a:cubicBezTo>
                  <a:pt x="1171" y="11511"/>
                  <a:pt x="1100" y="10699"/>
                  <a:pt x="1102" y="10522"/>
                </a:cubicBezTo>
                <a:cubicBezTo>
                  <a:pt x="1109" y="10048"/>
                  <a:pt x="1132" y="9632"/>
                  <a:pt x="1148" y="9589"/>
                </a:cubicBezTo>
                <a:cubicBezTo>
                  <a:pt x="1159" y="9559"/>
                  <a:pt x="1172" y="9467"/>
                  <a:pt x="1178" y="9386"/>
                </a:cubicBezTo>
                <a:cubicBezTo>
                  <a:pt x="1191" y="9203"/>
                  <a:pt x="1237" y="8839"/>
                  <a:pt x="1295" y="8471"/>
                </a:cubicBezTo>
                <a:cubicBezTo>
                  <a:pt x="1338" y="8203"/>
                  <a:pt x="1599" y="7134"/>
                  <a:pt x="1707" y="6788"/>
                </a:cubicBezTo>
                <a:cubicBezTo>
                  <a:pt x="1743" y="6671"/>
                  <a:pt x="1989" y="6032"/>
                  <a:pt x="2128" y="5690"/>
                </a:cubicBezTo>
                <a:cubicBezTo>
                  <a:pt x="2250" y="5391"/>
                  <a:pt x="2465" y="5003"/>
                  <a:pt x="2646" y="4756"/>
                </a:cubicBezTo>
                <a:cubicBezTo>
                  <a:pt x="2703" y="4677"/>
                  <a:pt x="2789" y="4551"/>
                  <a:pt x="2834" y="4477"/>
                </a:cubicBezTo>
                <a:cubicBezTo>
                  <a:pt x="2925" y="4327"/>
                  <a:pt x="3105" y="4110"/>
                  <a:pt x="3296" y="3924"/>
                </a:cubicBezTo>
                <a:cubicBezTo>
                  <a:pt x="3364" y="3857"/>
                  <a:pt x="3474" y="3747"/>
                  <a:pt x="3535" y="3683"/>
                </a:cubicBezTo>
                <a:cubicBezTo>
                  <a:pt x="3645" y="3569"/>
                  <a:pt x="3864" y="3380"/>
                  <a:pt x="3992" y="3289"/>
                </a:cubicBezTo>
                <a:cubicBezTo>
                  <a:pt x="4028" y="3264"/>
                  <a:pt x="4117" y="3196"/>
                  <a:pt x="4195" y="3137"/>
                </a:cubicBezTo>
                <a:cubicBezTo>
                  <a:pt x="4329" y="3034"/>
                  <a:pt x="4454" y="2954"/>
                  <a:pt x="4642" y="2851"/>
                </a:cubicBezTo>
                <a:cubicBezTo>
                  <a:pt x="4689" y="2825"/>
                  <a:pt x="4776" y="2778"/>
                  <a:pt x="4835" y="2743"/>
                </a:cubicBezTo>
                <a:cubicBezTo>
                  <a:pt x="4893" y="2708"/>
                  <a:pt x="4952" y="2679"/>
                  <a:pt x="4968" y="2679"/>
                </a:cubicBezTo>
                <a:cubicBezTo>
                  <a:pt x="4983" y="2679"/>
                  <a:pt x="5030" y="2656"/>
                  <a:pt x="5069" y="2629"/>
                </a:cubicBezTo>
                <a:cubicBezTo>
                  <a:pt x="5108" y="2601"/>
                  <a:pt x="5199" y="2551"/>
                  <a:pt x="5277" y="2521"/>
                </a:cubicBezTo>
                <a:cubicBezTo>
                  <a:pt x="5614" y="2389"/>
                  <a:pt x="5795" y="2328"/>
                  <a:pt x="5917" y="2298"/>
                </a:cubicBezTo>
                <a:cubicBezTo>
                  <a:pt x="5988" y="2281"/>
                  <a:pt x="6064" y="2255"/>
                  <a:pt x="6085" y="2241"/>
                </a:cubicBezTo>
                <a:cubicBezTo>
                  <a:pt x="6106" y="2228"/>
                  <a:pt x="6160" y="2216"/>
                  <a:pt x="6207" y="2216"/>
                </a:cubicBezTo>
                <a:cubicBezTo>
                  <a:pt x="6254" y="2216"/>
                  <a:pt x="6300" y="2204"/>
                  <a:pt x="6308" y="2190"/>
                </a:cubicBezTo>
                <a:cubicBezTo>
                  <a:pt x="6315" y="2175"/>
                  <a:pt x="6398" y="2165"/>
                  <a:pt x="6491" y="2165"/>
                </a:cubicBezTo>
                <a:cubicBezTo>
                  <a:pt x="6585" y="2165"/>
                  <a:pt x="6667" y="2155"/>
                  <a:pt x="6674" y="2140"/>
                </a:cubicBezTo>
                <a:cubicBezTo>
                  <a:pt x="6693" y="2103"/>
                  <a:pt x="7889" y="2103"/>
                  <a:pt x="7908" y="2140"/>
                </a:cubicBezTo>
                <a:cubicBezTo>
                  <a:pt x="7915" y="2155"/>
                  <a:pt x="7989" y="2165"/>
                  <a:pt x="8071" y="2165"/>
                </a:cubicBezTo>
                <a:cubicBezTo>
                  <a:pt x="8153" y="2165"/>
                  <a:pt x="8226" y="2175"/>
                  <a:pt x="8234" y="2190"/>
                </a:cubicBezTo>
                <a:cubicBezTo>
                  <a:pt x="8241" y="2204"/>
                  <a:pt x="8297" y="2216"/>
                  <a:pt x="8361" y="2216"/>
                </a:cubicBezTo>
                <a:cubicBezTo>
                  <a:pt x="8425" y="2216"/>
                  <a:pt x="8485" y="2233"/>
                  <a:pt x="8493" y="2248"/>
                </a:cubicBezTo>
                <a:cubicBezTo>
                  <a:pt x="8500" y="2263"/>
                  <a:pt x="8529" y="2273"/>
                  <a:pt x="8559" y="2273"/>
                </a:cubicBezTo>
                <a:cubicBezTo>
                  <a:pt x="8588" y="2273"/>
                  <a:pt x="8668" y="2290"/>
                  <a:pt x="8736" y="2311"/>
                </a:cubicBezTo>
                <a:cubicBezTo>
                  <a:pt x="8805" y="2332"/>
                  <a:pt x="8911" y="2364"/>
                  <a:pt x="8970" y="2381"/>
                </a:cubicBezTo>
                <a:cubicBezTo>
                  <a:pt x="9077" y="2411"/>
                  <a:pt x="9279" y="2498"/>
                  <a:pt x="9351" y="2546"/>
                </a:cubicBezTo>
                <a:cubicBezTo>
                  <a:pt x="9372" y="2560"/>
                  <a:pt x="9409" y="2572"/>
                  <a:pt x="9432" y="2572"/>
                </a:cubicBezTo>
                <a:cubicBezTo>
                  <a:pt x="9456" y="2572"/>
                  <a:pt x="9481" y="2582"/>
                  <a:pt x="9488" y="2597"/>
                </a:cubicBezTo>
                <a:cubicBezTo>
                  <a:pt x="9496" y="2612"/>
                  <a:pt x="9525" y="2622"/>
                  <a:pt x="9554" y="2622"/>
                </a:cubicBezTo>
                <a:cubicBezTo>
                  <a:pt x="9584" y="2622"/>
                  <a:pt x="9647" y="2649"/>
                  <a:pt x="9696" y="2679"/>
                </a:cubicBezTo>
                <a:cubicBezTo>
                  <a:pt x="9746" y="2708"/>
                  <a:pt x="9809" y="2730"/>
                  <a:pt x="9834" y="2730"/>
                </a:cubicBezTo>
                <a:cubicBezTo>
                  <a:pt x="9883" y="2731"/>
                  <a:pt x="10029" y="2790"/>
                  <a:pt x="10052" y="2819"/>
                </a:cubicBezTo>
                <a:cubicBezTo>
                  <a:pt x="10060" y="2829"/>
                  <a:pt x="10103" y="2838"/>
                  <a:pt x="10143" y="2838"/>
                </a:cubicBezTo>
                <a:cubicBezTo>
                  <a:pt x="10185" y="2838"/>
                  <a:pt x="10240" y="2865"/>
                  <a:pt x="10270" y="2895"/>
                </a:cubicBezTo>
                <a:cubicBezTo>
                  <a:pt x="10301" y="2925"/>
                  <a:pt x="10341" y="2946"/>
                  <a:pt x="10357" y="2946"/>
                </a:cubicBezTo>
                <a:cubicBezTo>
                  <a:pt x="10372" y="2946"/>
                  <a:pt x="10419" y="3006"/>
                  <a:pt x="10463" y="3073"/>
                </a:cubicBezTo>
                <a:cubicBezTo>
                  <a:pt x="10508" y="3140"/>
                  <a:pt x="10601" y="3235"/>
                  <a:pt x="10667" y="3289"/>
                </a:cubicBezTo>
                <a:cubicBezTo>
                  <a:pt x="10732" y="3344"/>
                  <a:pt x="10835" y="3455"/>
                  <a:pt x="10895" y="3530"/>
                </a:cubicBezTo>
                <a:cubicBezTo>
                  <a:pt x="11076" y="3759"/>
                  <a:pt x="11236" y="3933"/>
                  <a:pt x="11301" y="3975"/>
                </a:cubicBezTo>
                <a:cubicBezTo>
                  <a:pt x="11335" y="3997"/>
                  <a:pt x="11390" y="4068"/>
                  <a:pt x="11423" y="4127"/>
                </a:cubicBezTo>
                <a:cubicBezTo>
                  <a:pt x="11457" y="4187"/>
                  <a:pt x="11531" y="4290"/>
                  <a:pt x="11586" y="4356"/>
                </a:cubicBezTo>
                <a:cubicBezTo>
                  <a:pt x="11640" y="4422"/>
                  <a:pt x="11682" y="4485"/>
                  <a:pt x="11682" y="4502"/>
                </a:cubicBezTo>
                <a:cubicBezTo>
                  <a:pt x="11682" y="4519"/>
                  <a:pt x="11709" y="4563"/>
                  <a:pt x="11738" y="4597"/>
                </a:cubicBezTo>
                <a:cubicBezTo>
                  <a:pt x="11796" y="4665"/>
                  <a:pt x="12033" y="5093"/>
                  <a:pt x="12033" y="5131"/>
                </a:cubicBezTo>
                <a:cubicBezTo>
                  <a:pt x="12033" y="5143"/>
                  <a:pt x="12059" y="5198"/>
                  <a:pt x="12094" y="5251"/>
                </a:cubicBezTo>
                <a:cubicBezTo>
                  <a:pt x="12164" y="5358"/>
                  <a:pt x="12490" y="6164"/>
                  <a:pt x="12541" y="6356"/>
                </a:cubicBezTo>
                <a:cubicBezTo>
                  <a:pt x="12558" y="6423"/>
                  <a:pt x="12581" y="6504"/>
                  <a:pt x="12592" y="6534"/>
                </a:cubicBezTo>
                <a:cubicBezTo>
                  <a:pt x="12619" y="6614"/>
                  <a:pt x="12642" y="6729"/>
                  <a:pt x="12653" y="6896"/>
                </a:cubicBezTo>
                <a:cubicBezTo>
                  <a:pt x="12659" y="6978"/>
                  <a:pt x="12672" y="7060"/>
                  <a:pt x="12683" y="7074"/>
                </a:cubicBezTo>
                <a:cubicBezTo>
                  <a:pt x="12694" y="7088"/>
                  <a:pt x="12703" y="7204"/>
                  <a:pt x="12703" y="7334"/>
                </a:cubicBezTo>
                <a:cubicBezTo>
                  <a:pt x="12703" y="7464"/>
                  <a:pt x="12712" y="7579"/>
                  <a:pt x="12724" y="7588"/>
                </a:cubicBezTo>
                <a:cubicBezTo>
                  <a:pt x="12737" y="7599"/>
                  <a:pt x="12744" y="7847"/>
                  <a:pt x="12744" y="8249"/>
                </a:cubicBezTo>
                <a:cubicBezTo>
                  <a:pt x="12744" y="8650"/>
                  <a:pt x="12737" y="8905"/>
                  <a:pt x="12724" y="8916"/>
                </a:cubicBezTo>
                <a:cubicBezTo>
                  <a:pt x="12712" y="8925"/>
                  <a:pt x="12703" y="9045"/>
                  <a:pt x="12703" y="9182"/>
                </a:cubicBezTo>
                <a:cubicBezTo>
                  <a:pt x="12703" y="9320"/>
                  <a:pt x="12694" y="9441"/>
                  <a:pt x="12683" y="9455"/>
                </a:cubicBezTo>
                <a:cubicBezTo>
                  <a:pt x="12672" y="9470"/>
                  <a:pt x="12660" y="9557"/>
                  <a:pt x="12653" y="9646"/>
                </a:cubicBezTo>
                <a:cubicBezTo>
                  <a:pt x="12637" y="9876"/>
                  <a:pt x="12568" y="10460"/>
                  <a:pt x="12546" y="10567"/>
                </a:cubicBezTo>
                <a:cubicBezTo>
                  <a:pt x="12540" y="10596"/>
                  <a:pt x="12519" y="10693"/>
                  <a:pt x="12505" y="10783"/>
                </a:cubicBezTo>
                <a:cubicBezTo>
                  <a:pt x="12460" y="11064"/>
                  <a:pt x="12352" y="11615"/>
                  <a:pt x="12317" y="11742"/>
                </a:cubicBezTo>
                <a:cubicBezTo>
                  <a:pt x="12299" y="11809"/>
                  <a:pt x="12281" y="11895"/>
                  <a:pt x="12277" y="11938"/>
                </a:cubicBezTo>
                <a:cubicBezTo>
                  <a:pt x="12272" y="11981"/>
                  <a:pt x="12262" y="12036"/>
                  <a:pt x="12251" y="12053"/>
                </a:cubicBezTo>
                <a:cubicBezTo>
                  <a:pt x="12240" y="12069"/>
                  <a:pt x="12211" y="12166"/>
                  <a:pt x="12190" y="12269"/>
                </a:cubicBezTo>
                <a:cubicBezTo>
                  <a:pt x="12170" y="12372"/>
                  <a:pt x="12115" y="12551"/>
                  <a:pt x="12068" y="12669"/>
                </a:cubicBezTo>
                <a:lnTo>
                  <a:pt x="11987" y="12885"/>
                </a:lnTo>
                <a:lnTo>
                  <a:pt x="11936" y="12834"/>
                </a:lnTo>
                <a:cubicBezTo>
                  <a:pt x="11824" y="12713"/>
                  <a:pt x="11315" y="12364"/>
                  <a:pt x="11251" y="12364"/>
                </a:cubicBezTo>
                <a:cubicBezTo>
                  <a:pt x="11232" y="12364"/>
                  <a:pt x="10993" y="12234"/>
                  <a:pt x="10900" y="12173"/>
                </a:cubicBezTo>
                <a:cubicBezTo>
                  <a:pt x="10880" y="12160"/>
                  <a:pt x="10834" y="12148"/>
                  <a:pt x="10799" y="12148"/>
                </a:cubicBezTo>
                <a:cubicBezTo>
                  <a:pt x="10763" y="12148"/>
                  <a:pt x="10730" y="12137"/>
                  <a:pt x="10722" y="12123"/>
                </a:cubicBezTo>
                <a:cubicBezTo>
                  <a:pt x="10715" y="12108"/>
                  <a:pt x="10694" y="12091"/>
                  <a:pt x="10677" y="12091"/>
                </a:cubicBezTo>
                <a:cubicBezTo>
                  <a:pt x="10659" y="12091"/>
                  <a:pt x="10583" y="12039"/>
                  <a:pt x="10509" y="11977"/>
                </a:cubicBezTo>
                <a:cubicBezTo>
                  <a:pt x="10435" y="11914"/>
                  <a:pt x="10294" y="11812"/>
                  <a:pt x="10194" y="11748"/>
                </a:cubicBezTo>
                <a:cubicBezTo>
                  <a:pt x="10026" y="11639"/>
                  <a:pt x="10000" y="11634"/>
                  <a:pt x="9839" y="11634"/>
                </a:cubicBezTo>
                <a:cubicBezTo>
                  <a:pt x="9675" y="11634"/>
                  <a:pt x="9660" y="11637"/>
                  <a:pt x="9483" y="11754"/>
                </a:cubicBezTo>
                <a:cubicBezTo>
                  <a:pt x="9380" y="11822"/>
                  <a:pt x="9274" y="11904"/>
                  <a:pt x="9249" y="11932"/>
                </a:cubicBezTo>
                <a:cubicBezTo>
                  <a:pt x="9225" y="11961"/>
                  <a:pt x="9191" y="11983"/>
                  <a:pt x="9178" y="11983"/>
                </a:cubicBezTo>
                <a:cubicBezTo>
                  <a:pt x="9118" y="11983"/>
                  <a:pt x="8899" y="12307"/>
                  <a:pt x="8823" y="12504"/>
                </a:cubicBezTo>
                <a:cubicBezTo>
                  <a:pt x="8779" y="12616"/>
                  <a:pt x="8741" y="12716"/>
                  <a:pt x="8741" y="12726"/>
                </a:cubicBezTo>
                <a:cubicBezTo>
                  <a:pt x="8741" y="12749"/>
                  <a:pt x="8391" y="13630"/>
                  <a:pt x="8269" y="13913"/>
                </a:cubicBezTo>
                <a:cubicBezTo>
                  <a:pt x="8219" y="14030"/>
                  <a:pt x="8168" y="14149"/>
                  <a:pt x="8157" y="14174"/>
                </a:cubicBezTo>
                <a:cubicBezTo>
                  <a:pt x="8075" y="14368"/>
                  <a:pt x="7889" y="14890"/>
                  <a:pt x="7863" y="14999"/>
                </a:cubicBezTo>
                <a:cubicBezTo>
                  <a:pt x="7845" y="15074"/>
                  <a:pt x="7797" y="15211"/>
                  <a:pt x="7756" y="15304"/>
                </a:cubicBezTo>
                <a:cubicBezTo>
                  <a:pt x="7711" y="15407"/>
                  <a:pt x="7680" y="15513"/>
                  <a:pt x="7680" y="15571"/>
                </a:cubicBezTo>
                <a:cubicBezTo>
                  <a:pt x="7680" y="15634"/>
                  <a:pt x="7644" y="15758"/>
                  <a:pt x="7573" y="15926"/>
                </a:cubicBezTo>
                <a:cubicBezTo>
                  <a:pt x="7514" y="16068"/>
                  <a:pt x="7467" y="16203"/>
                  <a:pt x="7467" y="16225"/>
                </a:cubicBezTo>
                <a:cubicBezTo>
                  <a:pt x="7467" y="16247"/>
                  <a:pt x="7448" y="16300"/>
                  <a:pt x="7426" y="16339"/>
                </a:cubicBezTo>
                <a:cubicBezTo>
                  <a:pt x="7361" y="16454"/>
                  <a:pt x="7305" y="16586"/>
                  <a:pt x="7274" y="16708"/>
                </a:cubicBezTo>
                <a:cubicBezTo>
                  <a:pt x="7247" y="16812"/>
                  <a:pt x="7244" y="16833"/>
                  <a:pt x="7289" y="16923"/>
                </a:cubicBezTo>
                <a:cubicBezTo>
                  <a:pt x="7348" y="17042"/>
                  <a:pt x="7466" y="17152"/>
                  <a:pt x="7528" y="17152"/>
                </a:cubicBezTo>
                <a:cubicBezTo>
                  <a:pt x="7553" y="17152"/>
                  <a:pt x="7576" y="17163"/>
                  <a:pt x="7583" y="17178"/>
                </a:cubicBezTo>
                <a:cubicBezTo>
                  <a:pt x="7605" y="17220"/>
                  <a:pt x="7675" y="17213"/>
                  <a:pt x="7761" y="17152"/>
                </a:cubicBezTo>
                <a:cubicBezTo>
                  <a:pt x="7895" y="17058"/>
                  <a:pt x="8008" y="17081"/>
                  <a:pt x="8041" y="17209"/>
                </a:cubicBezTo>
                <a:cubicBezTo>
                  <a:pt x="8055" y="17267"/>
                  <a:pt x="8383" y="17476"/>
                  <a:pt x="8457" y="17476"/>
                </a:cubicBezTo>
                <a:cubicBezTo>
                  <a:pt x="8524" y="17476"/>
                  <a:pt x="8569" y="17506"/>
                  <a:pt x="8569" y="17546"/>
                </a:cubicBezTo>
                <a:cubicBezTo>
                  <a:pt x="8569" y="17602"/>
                  <a:pt x="8718" y="17774"/>
                  <a:pt x="8767" y="17774"/>
                </a:cubicBezTo>
                <a:cubicBezTo>
                  <a:pt x="8791" y="17774"/>
                  <a:pt x="8864" y="17825"/>
                  <a:pt x="8924" y="17882"/>
                </a:cubicBezTo>
                <a:cubicBezTo>
                  <a:pt x="9052" y="18004"/>
                  <a:pt x="9116" y="18048"/>
                  <a:pt x="9163" y="18048"/>
                </a:cubicBezTo>
                <a:cubicBezTo>
                  <a:pt x="9182" y="18048"/>
                  <a:pt x="9242" y="18079"/>
                  <a:pt x="9300" y="18124"/>
                </a:cubicBezTo>
                <a:cubicBezTo>
                  <a:pt x="9393" y="18195"/>
                  <a:pt x="9426" y="18206"/>
                  <a:pt x="9574" y="18206"/>
                </a:cubicBezTo>
                <a:cubicBezTo>
                  <a:pt x="9757" y="18206"/>
                  <a:pt x="9792" y="18226"/>
                  <a:pt x="9925" y="18371"/>
                </a:cubicBezTo>
                <a:cubicBezTo>
                  <a:pt x="9975" y="18426"/>
                  <a:pt x="10080" y="18512"/>
                  <a:pt x="10159" y="18562"/>
                </a:cubicBezTo>
                <a:cubicBezTo>
                  <a:pt x="10249" y="18619"/>
                  <a:pt x="10360" y="18721"/>
                  <a:pt x="10463" y="18848"/>
                </a:cubicBezTo>
                <a:cubicBezTo>
                  <a:pt x="10678" y="19111"/>
                  <a:pt x="10736" y="19152"/>
                  <a:pt x="10885" y="19152"/>
                </a:cubicBezTo>
                <a:cubicBezTo>
                  <a:pt x="10999" y="19153"/>
                  <a:pt x="11012" y="19162"/>
                  <a:pt x="11103" y="19279"/>
                </a:cubicBezTo>
                <a:cubicBezTo>
                  <a:pt x="11294" y="19524"/>
                  <a:pt x="11540" y="19604"/>
                  <a:pt x="11642" y="19457"/>
                </a:cubicBezTo>
                <a:cubicBezTo>
                  <a:pt x="11666" y="19423"/>
                  <a:pt x="11682" y="19386"/>
                  <a:pt x="11682" y="19375"/>
                </a:cubicBezTo>
                <a:cubicBezTo>
                  <a:pt x="11682" y="19340"/>
                  <a:pt x="11864" y="18901"/>
                  <a:pt x="11916" y="18810"/>
                </a:cubicBezTo>
                <a:cubicBezTo>
                  <a:pt x="11943" y="18763"/>
                  <a:pt x="11967" y="18718"/>
                  <a:pt x="11967" y="18708"/>
                </a:cubicBezTo>
                <a:cubicBezTo>
                  <a:pt x="11967" y="18698"/>
                  <a:pt x="11988" y="18656"/>
                  <a:pt x="12013" y="18613"/>
                </a:cubicBezTo>
                <a:cubicBezTo>
                  <a:pt x="12049" y="18549"/>
                  <a:pt x="12074" y="18530"/>
                  <a:pt x="12140" y="18530"/>
                </a:cubicBezTo>
                <a:cubicBezTo>
                  <a:pt x="12250" y="18530"/>
                  <a:pt x="12328" y="18485"/>
                  <a:pt x="12434" y="18365"/>
                </a:cubicBezTo>
                <a:cubicBezTo>
                  <a:pt x="12525" y="18262"/>
                  <a:pt x="12591" y="18134"/>
                  <a:pt x="12637" y="17952"/>
                </a:cubicBezTo>
                <a:cubicBezTo>
                  <a:pt x="12683" y="17775"/>
                  <a:pt x="12855" y="17338"/>
                  <a:pt x="12942" y="17178"/>
                </a:cubicBezTo>
                <a:cubicBezTo>
                  <a:pt x="13017" y="17039"/>
                  <a:pt x="13200" y="16579"/>
                  <a:pt x="13262" y="16377"/>
                </a:cubicBezTo>
                <a:cubicBezTo>
                  <a:pt x="13277" y="16330"/>
                  <a:pt x="13336" y="16195"/>
                  <a:pt x="13389" y="16079"/>
                </a:cubicBezTo>
                <a:cubicBezTo>
                  <a:pt x="13442" y="15963"/>
                  <a:pt x="13516" y="15764"/>
                  <a:pt x="13557" y="15641"/>
                </a:cubicBezTo>
                <a:cubicBezTo>
                  <a:pt x="13627" y="15430"/>
                  <a:pt x="13633" y="15404"/>
                  <a:pt x="13633" y="15114"/>
                </a:cubicBezTo>
                <a:cubicBezTo>
                  <a:pt x="13633" y="14944"/>
                  <a:pt x="13624" y="14770"/>
                  <a:pt x="13612" y="14733"/>
                </a:cubicBezTo>
                <a:cubicBezTo>
                  <a:pt x="13601" y="14696"/>
                  <a:pt x="13589" y="14578"/>
                  <a:pt x="13587" y="14466"/>
                </a:cubicBezTo>
                <a:cubicBezTo>
                  <a:pt x="13584" y="14301"/>
                  <a:pt x="13568" y="14232"/>
                  <a:pt x="13516" y="14104"/>
                </a:cubicBezTo>
                <a:cubicBezTo>
                  <a:pt x="13431" y="13896"/>
                  <a:pt x="13431" y="13891"/>
                  <a:pt x="13262" y="13755"/>
                </a:cubicBezTo>
                <a:cubicBezTo>
                  <a:pt x="13182" y="13690"/>
                  <a:pt x="13107" y="13623"/>
                  <a:pt x="13099" y="13609"/>
                </a:cubicBezTo>
                <a:cubicBezTo>
                  <a:pt x="13092" y="13594"/>
                  <a:pt x="13048" y="13557"/>
                  <a:pt x="12998" y="13526"/>
                </a:cubicBezTo>
                <a:cubicBezTo>
                  <a:pt x="12948" y="13495"/>
                  <a:pt x="12905" y="13461"/>
                  <a:pt x="12901" y="13456"/>
                </a:cubicBezTo>
                <a:cubicBezTo>
                  <a:pt x="12895" y="13449"/>
                  <a:pt x="12963" y="13179"/>
                  <a:pt x="13003" y="13056"/>
                </a:cubicBezTo>
                <a:cubicBezTo>
                  <a:pt x="13013" y="13026"/>
                  <a:pt x="13033" y="12945"/>
                  <a:pt x="13049" y="12878"/>
                </a:cubicBezTo>
                <a:cubicBezTo>
                  <a:pt x="13064" y="12811"/>
                  <a:pt x="13085" y="12746"/>
                  <a:pt x="13094" y="12732"/>
                </a:cubicBezTo>
                <a:cubicBezTo>
                  <a:pt x="13104" y="12718"/>
                  <a:pt x="13115" y="12677"/>
                  <a:pt x="13115" y="12643"/>
                </a:cubicBezTo>
                <a:cubicBezTo>
                  <a:pt x="13115" y="12610"/>
                  <a:pt x="13123" y="12576"/>
                  <a:pt x="13135" y="12567"/>
                </a:cubicBezTo>
                <a:cubicBezTo>
                  <a:pt x="13147" y="12558"/>
                  <a:pt x="13155" y="12520"/>
                  <a:pt x="13155" y="12485"/>
                </a:cubicBezTo>
                <a:cubicBezTo>
                  <a:pt x="13155" y="12449"/>
                  <a:pt x="13164" y="12411"/>
                  <a:pt x="13176" y="12402"/>
                </a:cubicBezTo>
                <a:cubicBezTo>
                  <a:pt x="13188" y="12393"/>
                  <a:pt x="13201" y="12344"/>
                  <a:pt x="13201" y="12294"/>
                </a:cubicBezTo>
                <a:cubicBezTo>
                  <a:pt x="13201" y="12244"/>
                  <a:pt x="13206" y="12201"/>
                  <a:pt x="13216" y="12192"/>
                </a:cubicBezTo>
                <a:cubicBezTo>
                  <a:pt x="13227" y="12184"/>
                  <a:pt x="13245" y="12138"/>
                  <a:pt x="13252" y="12097"/>
                </a:cubicBezTo>
                <a:cubicBezTo>
                  <a:pt x="13287" y="11885"/>
                  <a:pt x="13305" y="11770"/>
                  <a:pt x="13328" y="11672"/>
                </a:cubicBezTo>
                <a:cubicBezTo>
                  <a:pt x="13342" y="11612"/>
                  <a:pt x="13363" y="11515"/>
                  <a:pt x="13374" y="11456"/>
                </a:cubicBezTo>
                <a:cubicBezTo>
                  <a:pt x="13384" y="11396"/>
                  <a:pt x="13402" y="11294"/>
                  <a:pt x="13414" y="11227"/>
                </a:cubicBezTo>
                <a:cubicBezTo>
                  <a:pt x="13427" y="11160"/>
                  <a:pt x="13448" y="11031"/>
                  <a:pt x="13460" y="10941"/>
                </a:cubicBezTo>
                <a:cubicBezTo>
                  <a:pt x="13472" y="10852"/>
                  <a:pt x="13489" y="10717"/>
                  <a:pt x="13501" y="10643"/>
                </a:cubicBezTo>
                <a:cubicBezTo>
                  <a:pt x="13550" y="10334"/>
                  <a:pt x="13567" y="10206"/>
                  <a:pt x="13577" y="10065"/>
                </a:cubicBezTo>
                <a:cubicBezTo>
                  <a:pt x="13583" y="9983"/>
                  <a:pt x="13595" y="9886"/>
                  <a:pt x="13602" y="9849"/>
                </a:cubicBezTo>
                <a:cubicBezTo>
                  <a:pt x="13631" y="9691"/>
                  <a:pt x="13705" y="8568"/>
                  <a:pt x="13704" y="8281"/>
                </a:cubicBezTo>
                <a:cubicBezTo>
                  <a:pt x="13704" y="8199"/>
                  <a:pt x="13693" y="7934"/>
                  <a:pt x="13679" y="7696"/>
                </a:cubicBezTo>
                <a:cubicBezTo>
                  <a:pt x="13666" y="7458"/>
                  <a:pt x="13649" y="7168"/>
                  <a:pt x="13643" y="7049"/>
                </a:cubicBezTo>
                <a:cubicBezTo>
                  <a:pt x="13637" y="6930"/>
                  <a:pt x="13623" y="6805"/>
                  <a:pt x="13612" y="6776"/>
                </a:cubicBezTo>
                <a:cubicBezTo>
                  <a:pt x="13602" y="6746"/>
                  <a:pt x="13588" y="6671"/>
                  <a:pt x="13582" y="6604"/>
                </a:cubicBezTo>
                <a:cubicBezTo>
                  <a:pt x="13576" y="6537"/>
                  <a:pt x="13546" y="6364"/>
                  <a:pt x="13516" y="6223"/>
                </a:cubicBezTo>
                <a:cubicBezTo>
                  <a:pt x="13486" y="6082"/>
                  <a:pt x="13449" y="5909"/>
                  <a:pt x="13435" y="5842"/>
                </a:cubicBezTo>
                <a:cubicBezTo>
                  <a:pt x="13409" y="5717"/>
                  <a:pt x="13326" y="5413"/>
                  <a:pt x="13242" y="5124"/>
                </a:cubicBezTo>
                <a:cubicBezTo>
                  <a:pt x="13193" y="4958"/>
                  <a:pt x="12887" y="4177"/>
                  <a:pt x="12805" y="4007"/>
                </a:cubicBezTo>
                <a:cubicBezTo>
                  <a:pt x="12737" y="3865"/>
                  <a:pt x="12606" y="3615"/>
                  <a:pt x="12581" y="3581"/>
                </a:cubicBezTo>
                <a:cubicBezTo>
                  <a:pt x="12569" y="3565"/>
                  <a:pt x="12539" y="3516"/>
                  <a:pt x="12515" y="3473"/>
                </a:cubicBezTo>
                <a:cubicBezTo>
                  <a:pt x="12492" y="3431"/>
                  <a:pt x="12441" y="3350"/>
                  <a:pt x="12399" y="3289"/>
                </a:cubicBezTo>
                <a:cubicBezTo>
                  <a:pt x="12356" y="3228"/>
                  <a:pt x="12297" y="3138"/>
                  <a:pt x="12266" y="3086"/>
                </a:cubicBezTo>
                <a:cubicBezTo>
                  <a:pt x="12195" y="2964"/>
                  <a:pt x="11449" y="2032"/>
                  <a:pt x="11423" y="2032"/>
                </a:cubicBezTo>
                <a:cubicBezTo>
                  <a:pt x="11406" y="2032"/>
                  <a:pt x="11331" y="1953"/>
                  <a:pt x="11124" y="1727"/>
                </a:cubicBezTo>
                <a:cubicBezTo>
                  <a:pt x="11054" y="1651"/>
                  <a:pt x="10814" y="1448"/>
                  <a:pt x="10514" y="1213"/>
                </a:cubicBezTo>
                <a:cubicBezTo>
                  <a:pt x="10321" y="1061"/>
                  <a:pt x="9478" y="553"/>
                  <a:pt x="9326" y="495"/>
                </a:cubicBezTo>
                <a:cubicBezTo>
                  <a:pt x="9248" y="466"/>
                  <a:pt x="9132" y="419"/>
                  <a:pt x="9067" y="393"/>
                </a:cubicBezTo>
                <a:cubicBezTo>
                  <a:pt x="9001" y="367"/>
                  <a:pt x="8900" y="336"/>
                  <a:pt x="8843" y="323"/>
                </a:cubicBezTo>
                <a:cubicBezTo>
                  <a:pt x="8787" y="311"/>
                  <a:pt x="8692" y="282"/>
                  <a:pt x="8630" y="266"/>
                </a:cubicBezTo>
                <a:cubicBezTo>
                  <a:pt x="8567" y="251"/>
                  <a:pt x="8462" y="229"/>
                  <a:pt x="8396" y="216"/>
                </a:cubicBezTo>
                <a:cubicBezTo>
                  <a:pt x="8331" y="202"/>
                  <a:pt x="8226" y="176"/>
                  <a:pt x="8167" y="158"/>
                </a:cubicBezTo>
                <a:cubicBezTo>
                  <a:pt x="8107" y="141"/>
                  <a:pt x="7996" y="121"/>
                  <a:pt x="7919" y="114"/>
                </a:cubicBezTo>
                <a:cubicBezTo>
                  <a:pt x="7841" y="107"/>
                  <a:pt x="7767" y="90"/>
                  <a:pt x="7756" y="76"/>
                </a:cubicBezTo>
                <a:cubicBezTo>
                  <a:pt x="7745" y="62"/>
                  <a:pt x="7651" y="57"/>
                  <a:pt x="7543" y="57"/>
                </a:cubicBezTo>
                <a:cubicBezTo>
                  <a:pt x="7431" y="57"/>
                  <a:pt x="7333" y="42"/>
                  <a:pt x="7319" y="25"/>
                </a:cubicBezTo>
                <a:cubicBezTo>
                  <a:pt x="7295" y="-5"/>
                  <a:pt x="7009" y="1"/>
                  <a:pt x="6852" y="38"/>
                </a:cubicBezTo>
                <a:cubicBezTo>
                  <a:pt x="6798" y="50"/>
                  <a:pt x="6771" y="51"/>
                  <a:pt x="6771" y="31"/>
                </a:cubicBezTo>
                <a:cubicBezTo>
                  <a:pt x="6771" y="12"/>
                  <a:pt x="6722" y="0"/>
                  <a:pt x="6634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601" name="image21.jpeg" descr="image21.jpeg"/>
          <p:cNvPicPr>
            <a:picLocks noChangeAspect="1"/>
          </p:cNvPicPr>
          <p:nvPr/>
        </p:nvPicPr>
        <p:blipFill>
          <a:blip r:embed="rId15"/>
          <a:srcRect l="6348" t="6083" r="7" b="7076"/>
          <a:stretch>
            <a:fillRect/>
          </a:stretch>
        </p:blipFill>
        <p:spPr>
          <a:xfrm>
            <a:off x="4544610" y="3457726"/>
            <a:ext cx="2282341" cy="7876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0" h="21576" extrusionOk="0">
                <a:moveTo>
                  <a:pt x="18583" y="8"/>
                </a:moveTo>
                <a:cubicBezTo>
                  <a:pt x="17689" y="-24"/>
                  <a:pt x="17244" y="39"/>
                  <a:pt x="16507" y="302"/>
                </a:cubicBezTo>
                <a:cubicBezTo>
                  <a:pt x="15872" y="529"/>
                  <a:pt x="15312" y="747"/>
                  <a:pt x="15088" y="856"/>
                </a:cubicBezTo>
                <a:cubicBezTo>
                  <a:pt x="14983" y="907"/>
                  <a:pt x="14825" y="979"/>
                  <a:pt x="14738" y="1019"/>
                </a:cubicBezTo>
                <a:cubicBezTo>
                  <a:pt x="14461" y="1145"/>
                  <a:pt x="14251" y="1240"/>
                  <a:pt x="14055" y="1334"/>
                </a:cubicBezTo>
                <a:cubicBezTo>
                  <a:pt x="13720" y="1495"/>
                  <a:pt x="13558" y="1576"/>
                  <a:pt x="13379" y="1650"/>
                </a:cubicBezTo>
                <a:cubicBezTo>
                  <a:pt x="13283" y="1690"/>
                  <a:pt x="13107" y="1760"/>
                  <a:pt x="12989" y="1813"/>
                </a:cubicBezTo>
                <a:cubicBezTo>
                  <a:pt x="12795" y="1898"/>
                  <a:pt x="11585" y="2346"/>
                  <a:pt x="11161" y="2487"/>
                </a:cubicBezTo>
                <a:cubicBezTo>
                  <a:pt x="10668" y="2650"/>
                  <a:pt x="10407" y="2736"/>
                  <a:pt x="10034" y="2867"/>
                </a:cubicBezTo>
                <a:cubicBezTo>
                  <a:pt x="9390" y="3091"/>
                  <a:pt x="8750" y="3297"/>
                  <a:pt x="8431" y="3378"/>
                </a:cubicBezTo>
                <a:cubicBezTo>
                  <a:pt x="8271" y="3419"/>
                  <a:pt x="8074" y="3472"/>
                  <a:pt x="7992" y="3498"/>
                </a:cubicBezTo>
                <a:cubicBezTo>
                  <a:pt x="7910" y="3523"/>
                  <a:pt x="7755" y="3568"/>
                  <a:pt x="7650" y="3595"/>
                </a:cubicBezTo>
                <a:cubicBezTo>
                  <a:pt x="7267" y="3694"/>
                  <a:pt x="6925" y="3788"/>
                  <a:pt x="6779" y="3835"/>
                </a:cubicBezTo>
                <a:cubicBezTo>
                  <a:pt x="6451" y="3940"/>
                  <a:pt x="6041" y="4019"/>
                  <a:pt x="5563" y="4074"/>
                </a:cubicBezTo>
                <a:cubicBezTo>
                  <a:pt x="5087" y="4129"/>
                  <a:pt x="5061" y="4135"/>
                  <a:pt x="5018" y="4052"/>
                </a:cubicBezTo>
                <a:cubicBezTo>
                  <a:pt x="4953" y="3928"/>
                  <a:pt x="4729" y="3903"/>
                  <a:pt x="4530" y="3998"/>
                </a:cubicBezTo>
                <a:cubicBezTo>
                  <a:pt x="4443" y="4039"/>
                  <a:pt x="4230" y="4079"/>
                  <a:pt x="4057" y="4095"/>
                </a:cubicBezTo>
                <a:cubicBezTo>
                  <a:pt x="3883" y="4112"/>
                  <a:pt x="3674" y="4165"/>
                  <a:pt x="3592" y="4204"/>
                </a:cubicBezTo>
                <a:cubicBezTo>
                  <a:pt x="3395" y="4298"/>
                  <a:pt x="2993" y="4397"/>
                  <a:pt x="2454" y="4487"/>
                </a:cubicBezTo>
                <a:cubicBezTo>
                  <a:pt x="1773" y="4600"/>
                  <a:pt x="505" y="4841"/>
                  <a:pt x="356" y="4889"/>
                </a:cubicBezTo>
                <a:cubicBezTo>
                  <a:pt x="282" y="4913"/>
                  <a:pt x="193" y="4975"/>
                  <a:pt x="160" y="5020"/>
                </a:cubicBezTo>
                <a:lnTo>
                  <a:pt x="100" y="5106"/>
                </a:lnTo>
                <a:lnTo>
                  <a:pt x="100" y="6498"/>
                </a:lnTo>
                <a:lnTo>
                  <a:pt x="100" y="7900"/>
                </a:lnTo>
                <a:lnTo>
                  <a:pt x="142" y="7987"/>
                </a:lnTo>
                <a:cubicBezTo>
                  <a:pt x="165" y="8036"/>
                  <a:pt x="204" y="8096"/>
                  <a:pt x="228" y="8118"/>
                </a:cubicBezTo>
                <a:cubicBezTo>
                  <a:pt x="295" y="8176"/>
                  <a:pt x="369" y="8164"/>
                  <a:pt x="588" y="8085"/>
                </a:cubicBezTo>
                <a:cubicBezTo>
                  <a:pt x="779" y="8016"/>
                  <a:pt x="1168" y="7925"/>
                  <a:pt x="1700" y="7824"/>
                </a:cubicBezTo>
                <a:cubicBezTo>
                  <a:pt x="1837" y="7798"/>
                  <a:pt x="2075" y="7755"/>
                  <a:pt x="2225" y="7726"/>
                </a:cubicBezTo>
                <a:cubicBezTo>
                  <a:pt x="2376" y="7698"/>
                  <a:pt x="2614" y="7646"/>
                  <a:pt x="2755" y="7607"/>
                </a:cubicBezTo>
                <a:cubicBezTo>
                  <a:pt x="2897" y="7567"/>
                  <a:pt x="3269" y="7512"/>
                  <a:pt x="3584" y="7487"/>
                </a:cubicBezTo>
                <a:cubicBezTo>
                  <a:pt x="4227" y="7437"/>
                  <a:pt x="4619" y="7371"/>
                  <a:pt x="4887" y="7270"/>
                </a:cubicBezTo>
                <a:cubicBezTo>
                  <a:pt x="4988" y="7232"/>
                  <a:pt x="5172" y="7169"/>
                  <a:pt x="5296" y="7128"/>
                </a:cubicBezTo>
                <a:cubicBezTo>
                  <a:pt x="5419" y="7088"/>
                  <a:pt x="5582" y="7008"/>
                  <a:pt x="5660" y="6955"/>
                </a:cubicBezTo>
                <a:cubicBezTo>
                  <a:pt x="5844" y="6828"/>
                  <a:pt x="6015" y="6748"/>
                  <a:pt x="6471" y="6596"/>
                </a:cubicBezTo>
                <a:cubicBezTo>
                  <a:pt x="6946" y="6437"/>
                  <a:pt x="7126" y="6362"/>
                  <a:pt x="7357" y="6215"/>
                </a:cubicBezTo>
                <a:cubicBezTo>
                  <a:pt x="7460" y="6151"/>
                  <a:pt x="7568" y="6091"/>
                  <a:pt x="7598" y="6074"/>
                </a:cubicBezTo>
                <a:cubicBezTo>
                  <a:pt x="7658" y="6039"/>
                  <a:pt x="7733" y="5833"/>
                  <a:pt x="7733" y="5704"/>
                </a:cubicBezTo>
                <a:cubicBezTo>
                  <a:pt x="7733" y="5575"/>
                  <a:pt x="7835" y="5389"/>
                  <a:pt x="7951" y="5302"/>
                </a:cubicBezTo>
                <a:cubicBezTo>
                  <a:pt x="8080" y="5206"/>
                  <a:pt x="8485" y="5063"/>
                  <a:pt x="8739" y="5020"/>
                </a:cubicBezTo>
                <a:cubicBezTo>
                  <a:pt x="8987" y="4979"/>
                  <a:pt x="9985" y="4716"/>
                  <a:pt x="10241" y="4628"/>
                </a:cubicBezTo>
                <a:cubicBezTo>
                  <a:pt x="10355" y="4589"/>
                  <a:pt x="10632" y="4500"/>
                  <a:pt x="10856" y="4432"/>
                </a:cubicBezTo>
                <a:cubicBezTo>
                  <a:pt x="11532" y="4227"/>
                  <a:pt x="12760" y="3768"/>
                  <a:pt x="13263" y="3530"/>
                </a:cubicBezTo>
                <a:cubicBezTo>
                  <a:pt x="13457" y="3438"/>
                  <a:pt x="13723" y="3314"/>
                  <a:pt x="13856" y="3258"/>
                </a:cubicBezTo>
                <a:cubicBezTo>
                  <a:pt x="13988" y="3203"/>
                  <a:pt x="14147" y="3142"/>
                  <a:pt x="14202" y="3117"/>
                </a:cubicBezTo>
                <a:cubicBezTo>
                  <a:pt x="14257" y="3092"/>
                  <a:pt x="14354" y="3049"/>
                  <a:pt x="14423" y="3019"/>
                </a:cubicBezTo>
                <a:cubicBezTo>
                  <a:pt x="14491" y="2989"/>
                  <a:pt x="14609" y="2926"/>
                  <a:pt x="14682" y="2889"/>
                </a:cubicBezTo>
                <a:cubicBezTo>
                  <a:pt x="14877" y="2788"/>
                  <a:pt x="15164" y="2695"/>
                  <a:pt x="15275" y="2693"/>
                </a:cubicBezTo>
                <a:cubicBezTo>
                  <a:pt x="15351" y="2692"/>
                  <a:pt x="15363" y="2699"/>
                  <a:pt x="15350" y="2747"/>
                </a:cubicBezTo>
                <a:cubicBezTo>
                  <a:pt x="15340" y="2781"/>
                  <a:pt x="15340" y="2824"/>
                  <a:pt x="15343" y="2834"/>
                </a:cubicBezTo>
                <a:cubicBezTo>
                  <a:pt x="15347" y="2845"/>
                  <a:pt x="15250" y="2853"/>
                  <a:pt x="15129" y="2856"/>
                </a:cubicBezTo>
                <a:cubicBezTo>
                  <a:pt x="14924" y="2862"/>
                  <a:pt x="14840" y="2905"/>
                  <a:pt x="14840" y="3008"/>
                </a:cubicBezTo>
                <a:cubicBezTo>
                  <a:pt x="14840" y="3030"/>
                  <a:pt x="14856" y="3069"/>
                  <a:pt x="14877" y="3095"/>
                </a:cubicBezTo>
                <a:cubicBezTo>
                  <a:pt x="14912" y="3141"/>
                  <a:pt x="14905" y="3156"/>
                  <a:pt x="14847" y="3237"/>
                </a:cubicBezTo>
                <a:cubicBezTo>
                  <a:pt x="14754" y="3364"/>
                  <a:pt x="14741" y="3438"/>
                  <a:pt x="14795" y="3498"/>
                </a:cubicBezTo>
                <a:cubicBezTo>
                  <a:pt x="14820" y="3524"/>
                  <a:pt x="14854" y="3552"/>
                  <a:pt x="14870" y="3552"/>
                </a:cubicBezTo>
                <a:cubicBezTo>
                  <a:pt x="14931" y="3552"/>
                  <a:pt x="15005" y="3605"/>
                  <a:pt x="14986" y="3639"/>
                </a:cubicBezTo>
                <a:cubicBezTo>
                  <a:pt x="14975" y="3660"/>
                  <a:pt x="14991" y="3709"/>
                  <a:pt x="15027" y="3758"/>
                </a:cubicBezTo>
                <a:cubicBezTo>
                  <a:pt x="15092" y="3848"/>
                  <a:pt x="15306" y="3857"/>
                  <a:pt x="15444" y="3780"/>
                </a:cubicBezTo>
                <a:cubicBezTo>
                  <a:pt x="15489" y="3755"/>
                  <a:pt x="15613" y="3716"/>
                  <a:pt x="15718" y="3693"/>
                </a:cubicBezTo>
                <a:cubicBezTo>
                  <a:pt x="16193" y="3592"/>
                  <a:pt x="16955" y="3286"/>
                  <a:pt x="17074" y="3150"/>
                </a:cubicBezTo>
                <a:cubicBezTo>
                  <a:pt x="17099" y="3122"/>
                  <a:pt x="17269" y="3086"/>
                  <a:pt x="17457" y="3063"/>
                </a:cubicBezTo>
                <a:cubicBezTo>
                  <a:pt x="17644" y="3040"/>
                  <a:pt x="18009" y="2987"/>
                  <a:pt x="18264" y="2943"/>
                </a:cubicBezTo>
                <a:cubicBezTo>
                  <a:pt x="18890" y="2837"/>
                  <a:pt x="19381" y="2887"/>
                  <a:pt x="19968" y="3117"/>
                </a:cubicBezTo>
                <a:cubicBezTo>
                  <a:pt x="20092" y="3166"/>
                  <a:pt x="20508" y="3546"/>
                  <a:pt x="20576" y="3672"/>
                </a:cubicBezTo>
                <a:cubicBezTo>
                  <a:pt x="20596" y="3710"/>
                  <a:pt x="20645" y="3775"/>
                  <a:pt x="20689" y="3824"/>
                </a:cubicBezTo>
                <a:cubicBezTo>
                  <a:pt x="20758" y="3900"/>
                  <a:pt x="21239" y="4755"/>
                  <a:pt x="21263" y="4846"/>
                </a:cubicBezTo>
                <a:cubicBezTo>
                  <a:pt x="21267" y="4863"/>
                  <a:pt x="21292" y="4923"/>
                  <a:pt x="21323" y="4987"/>
                </a:cubicBezTo>
                <a:cubicBezTo>
                  <a:pt x="21355" y="5050"/>
                  <a:pt x="21386" y="5112"/>
                  <a:pt x="21391" y="5128"/>
                </a:cubicBezTo>
                <a:cubicBezTo>
                  <a:pt x="21404" y="5173"/>
                  <a:pt x="21495" y="5275"/>
                  <a:pt x="21541" y="5291"/>
                </a:cubicBezTo>
                <a:lnTo>
                  <a:pt x="21582" y="5302"/>
                </a:lnTo>
                <a:lnTo>
                  <a:pt x="21582" y="3519"/>
                </a:lnTo>
                <a:lnTo>
                  <a:pt x="21582" y="1747"/>
                </a:lnTo>
                <a:lnTo>
                  <a:pt x="21376" y="1454"/>
                </a:lnTo>
                <a:cubicBezTo>
                  <a:pt x="21023" y="949"/>
                  <a:pt x="20685" y="619"/>
                  <a:pt x="20280" y="399"/>
                </a:cubicBezTo>
                <a:cubicBezTo>
                  <a:pt x="19734" y="103"/>
                  <a:pt x="19431" y="38"/>
                  <a:pt x="18583" y="8"/>
                </a:cubicBezTo>
                <a:close/>
                <a:moveTo>
                  <a:pt x="13631" y="9031"/>
                </a:moveTo>
                <a:cubicBezTo>
                  <a:pt x="13054" y="9044"/>
                  <a:pt x="12471" y="9090"/>
                  <a:pt x="12009" y="9172"/>
                </a:cubicBezTo>
                <a:cubicBezTo>
                  <a:pt x="11620" y="9241"/>
                  <a:pt x="10408" y="9488"/>
                  <a:pt x="10143" y="9553"/>
                </a:cubicBezTo>
                <a:cubicBezTo>
                  <a:pt x="9542" y="9699"/>
                  <a:pt x="8724" y="9893"/>
                  <a:pt x="8292" y="9988"/>
                </a:cubicBezTo>
                <a:cubicBezTo>
                  <a:pt x="8182" y="10012"/>
                  <a:pt x="7889" y="10067"/>
                  <a:pt x="7643" y="10107"/>
                </a:cubicBezTo>
                <a:cubicBezTo>
                  <a:pt x="7396" y="10147"/>
                  <a:pt x="7087" y="10206"/>
                  <a:pt x="6956" y="10238"/>
                </a:cubicBezTo>
                <a:cubicBezTo>
                  <a:pt x="6823" y="10269"/>
                  <a:pt x="6579" y="10298"/>
                  <a:pt x="6415" y="10303"/>
                </a:cubicBezTo>
                <a:cubicBezTo>
                  <a:pt x="6251" y="10308"/>
                  <a:pt x="5938" y="10344"/>
                  <a:pt x="5724" y="10390"/>
                </a:cubicBezTo>
                <a:cubicBezTo>
                  <a:pt x="5360" y="10468"/>
                  <a:pt x="5276" y="10469"/>
                  <a:pt x="4970" y="10390"/>
                </a:cubicBezTo>
                <a:cubicBezTo>
                  <a:pt x="4892" y="10370"/>
                  <a:pt x="4756" y="10398"/>
                  <a:pt x="4564" y="10466"/>
                </a:cubicBezTo>
                <a:cubicBezTo>
                  <a:pt x="4404" y="10522"/>
                  <a:pt x="4235" y="10582"/>
                  <a:pt x="4189" y="10596"/>
                </a:cubicBezTo>
                <a:cubicBezTo>
                  <a:pt x="4144" y="10610"/>
                  <a:pt x="4042" y="10654"/>
                  <a:pt x="3960" y="10705"/>
                </a:cubicBezTo>
                <a:cubicBezTo>
                  <a:pt x="3878" y="10756"/>
                  <a:pt x="3276" y="10990"/>
                  <a:pt x="2623" y="11216"/>
                </a:cubicBezTo>
                <a:cubicBezTo>
                  <a:pt x="1970" y="11442"/>
                  <a:pt x="1384" y="11647"/>
                  <a:pt x="1321" y="11673"/>
                </a:cubicBezTo>
                <a:cubicBezTo>
                  <a:pt x="1256" y="11698"/>
                  <a:pt x="1124" y="11741"/>
                  <a:pt x="1028" y="11770"/>
                </a:cubicBezTo>
                <a:cubicBezTo>
                  <a:pt x="667" y="11880"/>
                  <a:pt x="369" y="12017"/>
                  <a:pt x="281" y="12118"/>
                </a:cubicBezTo>
                <a:lnTo>
                  <a:pt x="190" y="12227"/>
                </a:lnTo>
                <a:lnTo>
                  <a:pt x="187" y="12966"/>
                </a:lnTo>
                <a:cubicBezTo>
                  <a:pt x="184" y="13680"/>
                  <a:pt x="185" y="13713"/>
                  <a:pt x="220" y="13792"/>
                </a:cubicBezTo>
                <a:cubicBezTo>
                  <a:pt x="241" y="13842"/>
                  <a:pt x="285" y="13879"/>
                  <a:pt x="329" y="13879"/>
                </a:cubicBezTo>
                <a:cubicBezTo>
                  <a:pt x="410" y="13881"/>
                  <a:pt x="773" y="13771"/>
                  <a:pt x="1054" y="13662"/>
                </a:cubicBezTo>
                <a:cubicBezTo>
                  <a:pt x="1154" y="13623"/>
                  <a:pt x="1336" y="13569"/>
                  <a:pt x="1459" y="13542"/>
                </a:cubicBezTo>
                <a:cubicBezTo>
                  <a:pt x="1583" y="13515"/>
                  <a:pt x="1793" y="13463"/>
                  <a:pt x="1925" y="13423"/>
                </a:cubicBezTo>
                <a:cubicBezTo>
                  <a:pt x="2057" y="13382"/>
                  <a:pt x="2312" y="13311"/>
                  <a:pt x="2492" y="13260"/>
                </a:cubicBezTo>
                <a:cubicBezTo>
                  <a:pt x="2671" y="13208"/>
                  <a:pt x="2894" y="13119"/>
                  <a:pt x="2987" y="13064"/>
                </a:cubicBezTo>
                <a:cubicBezTo>
                  <a:pt x="3266" y="12899"/>
                  <a:pt x="3700" y="12786"/>
                  <a:pt x="4132" y="12760"/>
                </a:cubicBezTo>
                <a:cubicBezTo>
                  <a:pt x="4357" y="12746"/>
                  <a:pt x="4599" y="12710"/>
                  <a:pt x="4673" y="12684"/>
                </a:cubicBezTo>
                <a:cubicBezTo>
                  <a:pt x="4918" y="12595"/>
                  <a:pt x="5152" y="12483"/>
                  <a:pt x="5244" y="12412"/>
                </a:cubicBezTo>
                <a:cubicBezTo>
                  <a:pt x="5294" y="12373"/>
                  <a:pt x="5426" y="12331"/>
                  <a:pt x="5533" y="12314"/>
                </a:cubicBezTo>
                <a:lnTo>
                  <a:pt x="5724" y="12281"/>
                </a:lnTo>
                <a:lnTo>
                  <a:pt x="5724" y="12455"/>
                </a:lnTo>
                <a:cubicBezTo>
                  <a:pt x="5724" y="12602"/>
                  <a:pt x="5736" y="12648"/>
                  <a:pt x="5777" y="12716"/>
                </a:cubicBezTo>
                <a:cubicBezTo>
                  <a:pt x="5804" y="12761"/>
                  <a:pt x="5826" y="12836"/>
                  <a:pt x="5826" y="12879"/>
                </a:cubicBezTo>
                <a:cubicBezTo>
                  <a:pt x="5826" y="13032"/>
                  <a:pt x="5920" y="13086"/>
                  <a:pt x="6149" y="13075"/>
                </a:cubicBezTo>
                <a:cubicBezTo>
                  <a:pt x="6360" y="13064"/>
                  <a:pt x="6780" y="12963"/>
                  <a:pt x="7012" y="12868"/>
                </a:cubicBezTo>
                <a:cubicBezTo>
                  <a:pt x="7297" y="12751"/>
                  <a:pt x="8280" y="12522"/>
                  <a:pt x="8720" y="12466"/>
                </a:cubicBezTo>
                <a:cubicBezTo>
                  <a:pt x="8848" y="12450"/>
                  <a:pt x="9015" y="12414"/>
                  <a:pt x="9088" y="12390"/>
                </a:cubicBezTo>
                <a:cubicBezTo>
                  <a:pt x="9276" y="12327"/>
                  <a:pt x="9590" y="12261"/>
                  <a:pt x="9918" y="12205"/>
                </a:cubicBezTo>
                <a:cubicBezTo>
                  <a:pt x="10224" y="12154"/>
                  <a:pt x="10427" y="12102"/>
                  <a:pt x="11104" y="11955"/>
                </a:cubicBezTo>
                <a:cubicBezTo>
                  <a:pt x="12083" y="11743"/>
                  <a:pt x="12338" y="11711"/>
                  <a:pt x="13128" y="11683"/>
                </a:cubicBezTo>
                <a:cubicBezTo>
                  <a:pt x="13970" y="11654"/>
                  <a:pt x="14604" y="11700"/>
                  <a:pt x="15163" y="11836"/>
                </a:cubicBezTo>
                <a:cubicBezTo>
                  <a:pt x="15528" y="11924"/>
                  <a:pt x="16476" y="12121"/>
                  <a:pt x="16995" y="12216"/>
                </a:cubicBezTo>
                <a:cubicBezTo>
                  <a:pt x="17529" y="12314"/>
                  <a:pt x="17687" y="12364"/>
                  <a:pt x="18290" y="12586"/>
                </a:cubicBezTo>
                <a:cubicBezTo>
                  <a:pt x="19082" y="12877"/>
                  <a:pt x="19324" y="12963"/>
                  <a:pt x="19645" y="13064"/>
                </a:cubicBezTo>
                <a:cubicBezTo>
                  <a:pt x="19940" y="13157"/>
                  <a:pt x="20215" y="13297"/>
                  <a:pt x="20505" y="13499"/>
                </a:cubicBezTo>
                <a:cubicBezTo>
                  <a:pt x="20691" y="13628"/>
                  <a:pt x="21227" y="14196"/>
                  <a:pt x="21316" y="14358"/>
                </a:cubicBezTo>
                <a:cubicBezTo>
                  <a:pt x="21352" y="14424"/>
                  <a:pt x="21415" y="14498"/>
                  <a:pt x="21451" y="14532"/>
                </a:cubicBezTo>
                <a:cubicBezTo>
                  <a:pt x="21488" y="14565"/>
                  <a:pt x="21533" y="14591"/>
                  <a:pt x="21552" y="14586"/>
                </a:cubicBezTo>
                <a:cubicBezTo>
                  <a:pt x="21584" y="14577"/>
                  <a:pt x="21582" y="14543"/>
                  <a:pt x="21586" y="13021"/>
                </a:cubicBezTo>
                <a:lnTo>
                  <a:pt x="21590" y="11455"/>
                </a:lnTo>
                <a:lnTo>
                  <a:pt x="21323" y="11205"/>
                </a:lnTo>
                <a:cubicBezTo>
                  <a:pt x="21118" y="11017"/>
                  <a:pt x="20930" y="10887"/>
                  <a:pt x="20546" y="10683"/>
                </a:cubicBezTo>
                <a:cubicBezTo>
                  <a:pt x="20004" y="10396"/>
                  <a:pt x="19914" y="10356"/>
                  <a:pt x="19619" y="10270"/>
                </a:cubicBezTo>
                <a:cubicBezTo>
                  <a:pt x="19514" y="10240"/>
                  <a:pt x="19190" y="10134"/>
                  <a:pt x="18902" y="10031"/>
                </a:cubicBezTo>
                <a:cubicBezTo>
                  <a:pt x="17482" y="9524"/>
                  <a:pt x="16602" y="9301"/>
                  <a:pt x="15196" y="9096"/>
                </a:cubicBezTo>
                <a:cubicBezTo>
                  <a:pt x="14772" y="9034"/>
                  <a:pt x="14204" y="9017"/>
                  <a:pt x="13631" y="9031"/>
                </a:cubicBezTo>
                <a:close/>
                <a:moveTo>
                  <a:pt x="17044" y="15227"/>
                </a:moveTo>
                <a:cubicBezTo>
                  <a:pt x="16419" y="15228"/>
                  <a:pt x="16069" y="15285"/>
                  <a:pt x="15136" y="15521"/>
                </a:cubicBezTo>
                <a:cubicBezTo>
                  <a:pt x="14647" y="15645"/>
                  <a:pt x="14133" y="15743"/>
                  <a:pt x="13702" y="15804"/>
                </a:cubicBezTo>
                <a:cubicBezTo>
                  <a:pt x="13510" y="15830"/>
                  <a:pt x="13138" y="15884"/>
                  <a:pt x="12873" y="15923"/>
                </a:cubicBezTo>
                <a:cubicBezTo>
                  <a:pt x="12290" y="16009"/>
                  <a:pt x="10321" y="16024"/>
                  <a:pt x="9512" y="15945"/>
                </a:cubicBezTo>
                <a:cubicBezTo>
                  <a:pt x="9215" y="15916"/>
                  <a:pt x="8457" y="15883"/>
                  <a:pt x="7827" y="15880"/>
                </a:cubicBezTo>
                <a:lnTo>
                  <a:pt x="6678" y="15880"/>
                </a:lnTo>
                <a:lnTo>
                  <a:pt x="6629" y="15738"/>
                </a:lnTo>
                <a:cubicBezTo>
                  <a:pt x="6602" y="15665"/>
                  <a:pt x="6540" y="15575"/>
                  <a:pt x="6490" y="15532"/>
                </a:cubicBezTo>
                <a:cubicBezTo>
                  <a:pt x="6393" y="15449"/>
                  <a:pt x="6368" y="15454"/>
                  <a:pt x="5901" y="15684"/>
                </a:cubicBezTo>
                <a:cubicBezTo>
                  <a:pt x="5770" y="15748"/>
                  <a:pt x="5506" y="15839"/>
                  <a:pt x="5161" y="15945"/>
                </a:cubicBezTo>
                <a:cubicBezTo>
                  <a:pt x="5066" y="15974"/>
                  <a:pt x="4886" y="16047"/>
                  <a:pt x="4763" y="16097"/>
                </a:cubicBezTo>
                <a:cubicBezTo>
                  <a:pt x="4568" y="16176"/>
                  <a:pt x="4357" y="16217"/>
                  <a:pt x="3569" y="16358"/>
                </a:cubicBezTo>
                <a:cubicBezTo>
                  <a:pt x="3482" y="16373"/>
                  <a:pt x="3369" y="16420"/>
                  <a:pt x="3318" y="16456"/>
                </a:cubicBezTo>
                <a:cubicBezTo>
                  <a:pt x="3268" y="16491"/>
                  <a:pt x="3160" y="16526"/>
                  <a:pt x="3078" y="16543"/>
                </a:cubicBezTo>
                <a:cubicBezTo>
                  <a:pt x="2996" y="16559"/>
                  <a:pt x="2832" y="16593"/>
                  <a:pt x="2713" y="16619"/>
                </a:cubicBezTo>
                <a:cubicBezTo>
                  <a:pt x="2594" y="16645"/>
                  <a:pt x="2286" y="16708"/>
                  <a:pt x="2026" y="16760"/>
                </a:cubicBezTo>
                <a:cubicBezTo>
                  <a:pt x="1766" y="16812"/>
                  <a:pt x="1448" y="16885"/>
                  <a:pt x="1321" y="16912"/>
                </a:cubicBezTo>
                <a:cubicBezTo>
                  <a:pt x="1192" y="16940"/>
                  <a:pt x="891" y="17003"/>
                  <a:pt x="652" y="17054"/>
                </a:cubicBezTo>
                <a:cubicBezTo>
                  <a:pt x="321" y="17124"/>
                  <a:pt x="197" y="17164"/>
                  <a:pt x="123" y="17238"/>
                </a:cubicBezTo>
                <a:cubicBezTo>
                  <a:pt x="70" y="17292"/>
                  <a:pt x="22" y="17368"/>
                  <a:pt x="14" y="17402"/>
                </a:cubicBezTo>
                <a:cubicBezTo>
                  <a:pt x="-10" y="17512"/>
                  <a:pt x="-2" y="18361"/>
                  <a:pt x="25" y="18510"/>
                </a:cubicBezTo>
                <a:cubicBezTo>
                  <a:pt x="38" y="18586"/>
                  <a:pt x="48" y="18707"/>
                  <a:pt x="48" y="18782"/>
                </a:cubicBezTo>
                <a:cubicBezTo>
                  <a:pt x="48" y="19007"/>
                  <a:pt x="90" y="19044"/>
                  <a:pt x="363" y="19010"/>
                </a:cubicBezTo>
                <a:cubicBezTo>
                  <a:pt x="496" y="18994"/>
                  <a:pt x="684" y="18951"/>
                  <a:pt x="780" y="18923"/>
                </a:cubicBezTo>
                <a:cubicBezTo>
                  <a:pt x="876" y="18896"/>
                  <a:pt x="1202" y="18861"/>
                  <a:pt x="1508" y="18837"/>
                </a:cubicBezTo>
                <a:cubicBezTo>
                  <a:pt x="1814" y="18812"/>
                  <a:pt x="2138" y="18768"/>
                  <a:pt x="2225" y="18739"/>
                </a:cubicBezTo>
                <a:cubicBezTo>
                  <a:pt x="2430" y="18669"/>
                  <a:pt x="3043" y="18749"/>
                  <a:pt x="3111" y="18858"/>
                </a:cubicBezTo>
                <a:cubicBezTo>
                  <a:pt x="3129" y="18888"/>
                  <a:pt x="3185" y="18927"/>
                  <a:pt x="3235" y="18945"/>
                </a:cubicBezTo>
                <a:cubicBezTo>
                  <a:pt x="3304" y="18970"/>
                  <a:pt x="3334" y="19007"/>
                  <a:pt x="3359" y="19097"/>
                </a:cubicBezTo>
                <a:cubicBezTo>
                  <a:pt x="3404" y="19262"/>
                  <a:pt x="3584" y="19356"/>
                  <a:pt x="3693" y="19271"/>
                </a:cubicBezTo>
                <a:cubicBezTo>
                  <a:pt x="3734" y="19240"/>
                  <a:pt x="3803" y="19217"/>
                  <a:pt x="3847" y="19217"/>
                </a:cubicBezTo>
                <a:cubicBezTo>
                  <a:pt x="3930" y="19217"/>
                  <a:pt x="4033" y="19142"/>
                  <a:pt x="4050" y="19065"/>
                </a:cubicBezTo>
                <a:cubicBezTo>
                  <a:pt x="4067" y="18994"/>
                  <a:pt x="4352" y="18984"/>
                  <a:pt x="4399" y="19054"/>
                </a:cubicBezTo>
                <a:cubicBezTo>
                  <a:pt x="4467" y="19154"/>
                  <a:pt x="4604" y="19133"/>
                  <a:pt x="4718" y="19000"/>
                </a:cubicBezTo>
                <a:cubicBezTo>
                  <a:pt x="4774" y="18933"/>
                  <a:pt x="4832" y="18880"/>
                  <a:pt x="4846" y="18880"/>
                </a:cubicBezTo>
                <a:cubicBezTo>
                  <a:pt x="4890" y="18880"/>
                  <a:pt x="5079" y="18580"/>
                  <a:pt x="5079" y="18510"/>
                </a:cubicBezTo>
                <a:cubicBezTo>
                  <a:pt x="5079" y="18393"/>
                  <a:pt x="5215" y="18264"/>
                  <a:pt x="5428" y="18184"/>
                </a:cubicBezTo>
                <a:cubicBezTo>
                  <a:pt x="5912" y="18004"/>
                  <a:pt x="6033" y="17956"/>
                  <a:pt x="6062" y="17912"/>
                </a:cubicBezTo>
                <a:cubicBezTo>
                  <a:pt x="6079" y="17887"/>
                  <a:pt x="6194" y="17811"/>
                  <a:pt x="6314" y="17749"/>
                </a:cubicBezTo>
                <a:cubicBezTo>
                  <a:pt x="6434" y="17688"/>
                  <a:pt x="6563" y="17606"/>
                  <a:pt x="6603" y="17565"/>
                </a:cubicBezTo>
                <a:cubicBezTo>
                  <a:pt x="6666" y="17499"/>
                  <a:pt x="6812" y="17489"/>
                  <a:pt x="7733" y="17489"/>
                </a:cubicBezTo>
                <a:cubicBezTo>
                  <a:pt x="8313" y="17489"/>
                  <a:pt x="8980" y="17507"/>
                  <a:pt x="9212" y="17532"/>
                </a:cubicBezTo>
                <a:cubicBezTo>
                  <a:pt x="9444" y="17557"/>
                  <a:pt x="9944" y="17600"/>
                  <a:pt x="10323" y="17630"/>
                </a:cubicBezTo>
                <a:cubicBezTo>
                  <a:pt x="10701" y="17659"/>
                  <a:pt x="11190" y="17696"/>
                  <a:pt x="11405" y="17717"/>
                </a:cubicBezTo>
                <a:cubicBezTo>
                  <a:pt x="12070" y="17782"/>
                  <a:pt x="13981" y="17626"/>
                  <a:pt x="14183" y="17489"/>
                </a:cubicBezTo>
                <a:cubicBezTo>
                  <a:pt x="14306" y="17405"/>
                  <a:pt x="14642" y="17293"/>
                  <a:pt x="14772" y="17293"/>
                </a:cubicBezTo>
                <a:cubicBezTo>
                  <a:pt x="14844" y="17293"/>
                  <a:pt x="14946" y="17324"/>
                  <a:pt x="15001" y="17369"/>
                </a:cubicBezTo>
                <a:cubicBezTo>
                  <a:pt x="15085" y="17436"/>
                  <a:pt x="15120" y="17449"/>
                  <a:pt x="15181" y="17402"/>
                </a:cubicBezTo>
                <a:cubicBezTo>
                  <a:pt x="15221" y="17370"/>
                  <a:pt x="15277" y="17336"/>
                  <a:pt x="15305" y="17336"/>
                </a:cubicBezTo>
                <a:cubicBezTo>
                  <a:pt x="15368" y="17336"/>
                  <a:pt x="15503" y="17567"/>
                  <a:pt x="15504" y="17673"/>
                </a:cubicBezTo>
                <a:cubicBezTo>
                  <a:pt x="15504" y="17717"/>
                  <a:pt x="15530" y="17803"/>
                  <a:pt x="15564" y="17869"/>
                </a:cubicBezTo>
                <a:lnTo>
                  <a:pt x="15624" y="17989"/>
                </a:lnTo>
                <a:lnTo>
                  <a:pt x="16495" y="17978"/>
                </a:lnTo>
                <a:cubicBezTo>
                  <a:pt x="17456" y="17960"/>
                  <a:pt x="17602" y="17977"/>
                  <a:pt x="17926" y="18206"/>
                </a:cubicBezTo>
                <a:cubicBezTo>
                  <a:pt x="18185" y="18388"/>
                  <a:pt x="18324" y="18514"/>
                  <a:pt x="18699" y="18902"/>
                </a:cubicBezTo>
                <a:cubicBezTo>
                  <a:pt x="18863" y="19072"/>
                  <a:pt x="19076" y="19274"/>
                  <a:pt x="19172" y="19358"/>
                </a:cubicBezTo>
                <a:cubicBezTo>
                  <a:pt x="19268" y="19442"/>
                  <a:pt x="19403" y="19580"/>
                  <a:pt x="19476" y="19652"/>
                </a:cubicBezTo>
                <a:cubicBezTo>
                  <a:pt x="19763" y="19936"/>
                  <a:pt x="19940" y="20111"/>
                  <a:pt x="20306" y="20478"/>
                </a:cubicBezTo>
                <a:cubicBezTo>
                  <a:pt x="20839" y="21012"/>
                  <a:pt x="20856" y="21022"/>
                  <a:pt x="21432" y="21543"/>
                </a:cubicBezTo>
                <a:cubicBezTo>
                  <a:pt x="21441" y="21552"/>
                  <a:pt x="21483" y="21563"/>
                  <a:pt x="21522" y="21565"/>
                </a:cubicBezTo>
                <a:lnTo>
                  <a:pt x="21590" y="21576"/>
                </a:lnTo>
                <a:lnTo>
                  <a:pt x="21586" y="19761"/>
                </a:lnTo>
                <a:lnTo>
                  <a:pt x="21582" y="17945"/>
                </a:lnTo>
                <a:lnTo>
                  <a:pt x="21414" y="17836"/>
                </a:lnTo>
                <a:cubicBezTo>
                  <a:pt x="21080" y="17633"/>
                  <a:pt x="20043" y="16852"/>
                  <a:pt x="19510" y="16401"/>
                </a:cubicBezTo>
                <a:cubicBezTo>
                  <a:pt x="19170" y="16115"/>
                  <a:pt x="18468" y="15611"/>
                  <a:pt x="18290" y="15521"/>
                </a:cubicBezTo>
                <a:cubicBezTo>
                  <a:pt x="17835" y="15291"/>
                  <a:pt x="17575" y="15227"/>
                  <a:pt x="17044" y="15227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1F2FF"/>
            </a:gs>
            <a:gs pos="100000">
              <a:srgbClr val="E6FBFF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614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604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5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06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609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607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608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612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610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611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613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15" name="Rechteck"/>
          <p:cNvSpPr/>
          <p:nvPr/>
        </p:nvSpPr>
        <p:spPr>
          <a:xfrm flipH="1">
            <a:off x="-592223" y="82823"/>
            <a:ext cx="12192006" cy="6858001"/>
          </a:xfrm>
          <a:prstGeom prst="rect">
            <a:avLst/>
          </a:prstGeom>
          <a:gradFill>
            <a:gsLst>
              <a:gs pos="0">
                <a:srgbClr val="000000">
                  <a:alpha val="59999"/>
                </a:srgbClr>
              </a:gs>
              <a:gs pos="21000">
                <a:srgbClr val="000000">
                  <a:alpha val="47398"/>
                </a:srgbClr>
              </a:gs>
              <a:gs pos="63000">
                <a:srgbClr val="000000">
                  <a:alpha val="22199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616" name="Unsere Lösung:…"/>
          <p:cNvSpPr txBox="1"/>
          <p:nvPr/>
        </p:nvSpPr>
        <p:spPr>
          <a:xfrm>
            <a:off x="7132318" y="1292938"/>
            <a:ext cx="4463102" cy="1027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b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Unsere Lösung: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Ambassador</a:t>
            </a:r>
          </a:p>
        </p:txBody>
      </p:sp>
      <p:sp>
        <p:nvSpPr>
          <p:cNvPr id="617" name="Ersparnis direkt bemerkbar/Im Display    ablesbar…"/>
          <p:cNvSpPr txBox="1"/>
          <p:nvPr/>
        </p:nvSpPr>
        <p:spPr>
          <a:xfrm>
            <a:off x="7149782" y="2946399"/>
            <a:ext cx="4445641" cy="2400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69875" lvl="1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Ersparnis direkt bemerkbar/Im Display    ablesbar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Einfacher Einbau- Stecksystem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3 Jahre Garantie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CE und RoHs EMV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Verschleißreduzierung der Heizung</a:t>
            </a:r>
          </a:p>
        </p:txBody>
      </p:sp>
      <p:sp>
        <p:nvSpPr>
          <p:cNvPr id="618" name="Oval"/>
          <p:cNvSpPr/>
          <p:nvPr/>
        </p:nvSpPr>
        <p:spPr>
          <a:xfrm>
            <a:off x="1411287" y="1027112"/>
            <a:ext cx="1514483" cy="1452573"/>
          </a:xfrm>
          <a:prstGeom prst="ellipse">
            <a:avLst/>
          </a:prstGeom>
          <a:solidFill>
            <a:srgbClr val="FFFB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619" name="Bis zu…"/>
          <p:cNvSpPr txBox="1"/>
          <p:nvPr/>
        </p:nvSpPr>
        <p:spPr>
          <a:xfrm>
            <a:off x="1620600" y="957406"/>
            <a:ext cx="2691453" cy="134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4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      Bis zu</a:t>
            </a:r>
          </a:p>
          <a:p>
            <a:pPr>
              <a:defRPr sz="32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35%</a:t>
            </a:r>
          </a:p>
          <a:p>
            <a:pPr>
              <a:defRPr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+ Strom-</a:t>
            </a:r>
          </a:p>
          <a:p>
            <a:pPr>
              <a:defRPr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ersparnis</a:t>
            </a:r>
          </a:p>
        </p:txBody>
      </p:sp>
      <p:pic>
        <p:nvPicPr>
          <p:cNvPr id="620" name="image57.png" descr="image5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610" y="276225"/>
            <a:ext cx="1181104" cy="1903416"/>
          </a:xfrm>
          <a:prstGeom prst="rect">
            <a:avLst/>
          </a:prstGeom>
          <a:ln w="12700">
            <a:miter lim="400000"/>
          </a:ln>
        </p:spPr>
      </p:pic>
      <p:sp>
        <p:nvSpPr>
          <p:cNvPr id="621" name="1.275 Euro…"/>
          <p:cNvSpPr txBox="1"/>
          <p:nvPr/>
        </p:nvSpPr>
        <p:spPr>
          <a:xfrm rot="20633384">
            <a:off x="373029" y="2844944"/>
            <a:ext cx="2016764" cy="1308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800" b="1"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1.275 Euro</a:t>
            </a:r>
          </a:p>
          <a:p>
            <a:pPr algn="ctr">
              <a:defRPr sz="2800" b="1"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zzgl. MwSt.</a:t>
            </a:r>
          </a:p>
          <a:p>
            <a:pPr algn="ctr">
              <a:defRPr sz="2800" b="1"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incl. Versand</a:t>
            </a:r>
          </a:p>
        </p:txBody>
      </p:sp>
      <p:pic>
        <p:nvPicPr>
          <p:cNvPr id="622" name="image1.jpeg" descr="image1.jpeg"/>
          <p:cNvPicPr>
            <a:picLocks noChangeAspect="1"/>
          </p:cNvPicPr>
          <p:nvPr/>
        </p:nvPicPr>
        <p:blipFill>
          <a:blip r:embed="rId11"/>
          <a:srcRect l="1382" t="6883" r="3039" b="25573"/>
          <a:stretch>
            <a:fillRect/>
          </a:stretch>
        </p:blipFill>
        <p:spPr>
          <a:xfrm>
            <a:off x="3568142" y="3016020"/>
            <a:ext cx="2544999" cy="1348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5" h="21576" extrusionOk="0">
                <a:moveTo>
                  <a:pt x="9119" y="6"/>
                </a:moveTo>
                <a:cubicBezTo>
                  <a:pt x="3850" y="-13"/>
                  <a:pt x="1348" y="10"/>
                  <a:pt x="1134" y="82"/>
                </a:cubicBezTo>
                <a:cubicBezTo>
                  <a:pt x="983" y="133"/>
                  <a:pt x="889" y="192"/>
                  <a:pt x="764" y="304"/>
                </a:cubicBezTo>
                <a:cubicBezTo>
                  <a:pt x="639" y="416"/>
                  <a:pt x="395" y="725"/>
                  <a:pt x="360" y="819"/>
                </a:cubicBezTo>
                <a:cubicBezTo>
                  <a:pt x="347" y="855"/>
                  <a:pt x="305" y="947"/>
                  <a:pt x="266" y="1028"/>
                </a:cubicBezTo>
                <a:cubicBezTo>
                  <a:pt x="227" y="1108"/>
                  <a:pt x="195" y="1188"/>
                  <a:pt x="195" y="1206"/>
                </a:cubicBezTo>
                <a:cubicBezTo>
                  <a:pt x="195" y="1225"/>
                  <a:pt x="178" y="1285"/>
                  <a:pt x="158" y="1339"/>
                </a:cubicBezTo>
                <a:cubicBezTo>
                  <a:pt x="138" y="1393"/>
                  <a:pt x="99" y="1562"/>
                  <a:pt x="71" y="1714"/>
                </a:cubicBezTo>
                <a:cubicBezTo>
                  <a:pt x="28" y="1950"/>
                  <a:pt x="20" y="2082"/>
                  <a:pt x="10" y="2584"/>
                </a:cubicBezTo>
                <a:cubicBezTo>
                  <a:pt x="4" y="2909"/>
                  <a:pt x="-1" y="3191"/>
                  <a:pt x="0" y="3212"/>
                </a:cubicBezTo>
                <a:cubicBezTo>
                  <a:pt x="1" y="3232"/>
                  <a:pt x="9" y="3490"/>
                  <a:pt x="17" y="3784"/>
                </a:cubicBezTo>
                <a:cubicBezTo>
                  <a:pt x="25" y="4079"/>
                  <a:pt x="39" y="4343"/>
                  <a:pt x="50" y="4374"/>
                </a:cubicBezTo>
                <a:cubicBezTo>
                  <a:pt x="68" y="4427"/>
                  <a:pt x="77" y="4639"/>
                  <a:pt x="118" y="5962"/>
                </a:cubicBezTo>
                <a:cubicBezTo>
                  <a:pt x="152" y="7067"/>
                  <a:pt x="159" y="7234"/>
                  <a:pt x="178" y="7270"/>
                </a:cubicBezTo>
                <a:cubicBezTo>
                  <a:pt x="188" y="7289"/>
                  <a:pt x="195" y="7519"/>
                  <a:pt x="195" y="7778"/>
                </a:cubicBezTo>
                <a:cubicBezTo>
                  <a:pt x="195" y="8059"/>
                  <a:pt x="205" y="8287"/>
                  <a:pt x="219" y="8349"/>
                </a:cubicBezTo>
                <a:cubicBezTo>
                  <a:pt x="261" y="8534"/>
                  <a:pt x="278" y="9124"/>
                  <a:pt x="286" y="10705"/>
                </a:cubicBezTo>
                <a:cubicBezTo>
                  <a:pt x="291" y="11644"/>
                  <a:pt x="302" y="12270"/>
                  <a:pt x="313" y="12292"/>
                </a:cubicBezTo>
                <a:cubicBezTo>
                  <a:pt x="324" y="12312"/>
                  <a:pt x="333" y="12375"/>
                  <a:pt x="333" y="12432"/>
                </a:cubicBezTo>
                <a:cubicBezTo>
                  <a:pt x="333" y="12489"/>
                  <a:pt x="341" y="12568"/>
                  <a:pt x="350" y="12603"/>
                </a:cubicBezTo>
                <a:cubicBezTo>
                  <a:pt x="373" y="12688"/>
                  <a:pt x="413" y="12962"/>
                  <a:pt x="424" y="13124"/>
                </a:cubicBezTo>
                <a:cubicBezTo>
                  <a:pt x="429" y="13195"/>
                  <a:pt x="441" y="13287"/>
                  <a:pt x="451" y="13327"/>
                </a:cubicBezTo>
                <a:cubicBezTo>
                  <a:pt x="461" y="13368"/>
                  <a:pt x="473" y="13622"/>
                  <a:pt x="478" y="13886"/>
                </a:cubicBezTo>
                <a:cubicBezTo>
                  <a:pt x="496" y="14861"/>
                  <a:pt x="524" y="15100"/>
                  <a:pt x="646" y="15333"/>
                </a:cubicBezTo>
                <a:cubicBezTo>
                  <a:pt x="781" y="15587"/>
                  <a:pt x="721" y="15575"/>
                  <a:pt x="2073" y="15606"/>
                </a:cubicBezTo>
                <a:cubicBezTo>
                  <a:pt x="3390" y="15635"/>
                  <a:pt x="4218" y="15693"/>
                  <a:pt x="4409" y="15765"/>
                </a:cubicBezTo>
                <a:cubicBezTo>
                  <a:pt x="4461" y="15785"/>
                  <a:pt x="4480" y="15811"/>
                  <a:pt x="4480" y="15860"/>
                </a:cubicBezTo>
                <a:cubicBezTo>
                  <a:pt x="4480" y="15897"/>
                  <a:pt x="4489" y="15937"/>
                  <a:pt x="4500" y="15949"/>
                </a:cubicBezTo>
                <a:cubicBezTo>
                  <a:pt x="4510" y="15962"/>
                  <a:pt x="4520" y="16139"/>
                  <a:pt x="4521" y="16349"/>
                </a:cubicBezTo>
                <a:cubicBezTo>
                  <a:pt x="4521" y="16621"/>
                  <a:pt x="4530" y="16748"/>
                  <a:pt x="4551" y="16800"/>
                </a:cubicBezTo>
                <a:cubicBezTo>
                  <a:pt x="4574" y="16857"/>
                  <a:pt x="4581" y="17003"/>
                  <a:pt x="4581" y="17473"/>
                </a:cubicBezTo>
                <a:cubicBezTo>
                  <a:pt x="4581" y="17834"/>
                  <a:pt x="4586" y="18081"/>
                  <a:pt x="4598" y="18095"/>
                </a:cubicBezTo>
                <a:cubicBezTo>
                  <a:pt x="4609" y="18107"/>
                  <a:pt x="4618" y="18219"/>
                  <a:pt x="4618" y="18349"/>
                </a:cubicBezTo>
                <a:cubicBezTo>
                  <a:pt x="4618" y="18478"/>
                  <a:pt x="4627" y="18597"/>
                  <a:pt x="4638" y="18610"/>
                </a:cubicBezTo>
                <a:cubicBezTo>
                  <a:pt x="4648" y="18622"/>
                  <a:pt x="4659" y="18687"/>
                  <a:pt x="4659" y="18756"/>
                </a:cubicBezTo>
                <a:cubicBezTo>
                  <a:pt x="4659" y="18825"/>
                  <a:pt x="4668" y="18896"/>
                  <a:pt x="4679" y="18908"/>
                </a:cubicBezTo>
                <a:cubicBezTo>
                  <a:pt x="4690" y="18921"/>
                  <a:pt x="4696" y="19002"/>
                  <a:pt x="4696" y="19092"/>
                </a:cubicBezTo>
                <a:cubicBezTo>
                  <a:pt x="4696" y="19183"/>
                  <a:pt x="4710" y="19318"/>
                  <a:pt x="4726" y="19391"/>
                </a:cubicBezTo>
                <a:cubicBezTo>
                  <a:pt x="4742" y="19464"/>
                  <a:pt x="4756" y="19629"/>
                  <a:pt x="4756" y="19759"/>
                </a:cubicBezTo>
                <a:cubicBezTo>
                  <a:pt x="4756" y="19889"/>
                  <a:pt x="4767" y="20031"/>
                  <a:pt x="4780" y="20070"/>
                </a:cubicBezTo>
                <a:cubicBezTo>
                  <a:pt x="4799" y="20127"/>
                  <a:pt x="4799" y="20173"/>
                  <a:pt x="4780" y="20305"/>
                </a:cubicBezTo>
                <a:cubicBezTo>
                  <a:pt x="4750" y="20519"/>
                  <a:pt x="4749" y="20718"/>
                  <a:pt x="4780" y="20883"/>
                </a:cubicBezTo>
                <a:cubicBezTo>
                  <a:pt x="4813" y="21061"/>
                  <a:pt x="4820" y="21078"/>
                  <a:pt x="4914" y="21200"/>
                </a:cubicBezTo>
                <a:lnTo>
                  <a:pt x="4999" y="21308"/>
                </a:lnTo>
                <a:lnTo>
                  <a:pt x="6389" y="21333"/>
                </a:lnTo>
                <a:cubicBezTo>
                  <a:pt x="7154" y="21348"/>
                  <a:pt x="9044" y="21368"/>
                  <a:pt x="10589" y="21378"/>
                </a:cubicBezTo>
                <a:cubicBezTo>
                  <a:pt x="12133" y="21388"/>
                  <a:pt x="13440" y="21411"/>
                  <a:pt x="13494" y="21429"/>
                </a:cubicBezTo>
                <a:cubicBezTo>
                  <a:pt x="13547" y="21447"/>
                  <a:pt x="14110" y="21463"/>
                  <a:pt x="14743" y="21467"/>
                </a:cubicBezTo>
                <a:cubicBezTo>
                  <a:pt x="15473" y="21471"/>
                  <a:pt x="15916" y="21494"/>
                  <a:pt x="15948" y="21518"/>
                </a:cubicBezTo>
                <a:cubicBezTo>
                  <a:pt x="15978" y="21540"/>
                  <a:pt x="16063" y="21542"/>
                  <a:pt x="16147" y="21530"/>
                </a:cubicBezTo>
                <a:cubicBezTo>
                  <a:pt x="16228" y="21517"/>
                  <a:pt x="16320" y="21524"/>
                  <a:pt x="16352" y="21543"/>
                </a:cubicBezTo>
                <a:cubicBezTo>
                  <a:pt x="16427" y="21587"/>
                  <a:pt x="19820" y="21587"/>
                  <a:pt x="19954" y="21543"/>
                </a:cubicBezTo>
                <a:cubicBezTo>
                  <a:pt x="20206" y="21461"/>
                  <a:pt x="20369" y="21354"/>
                  <a:pt x="20566" y="21137"/>
                </a:cubicBezTo>
                <a:cubicBezTo>
                  <a:pt x="20727" y="20958"/>
                  <a:pt x="20744" y="20930"/>
                  <a:pt x="20906" y="20578"/>
                </a:cubicBezTo>
                <a:cubicBezTo>
                  <a:pt x="21031" y="20305"/>
                  <a:pt x="21139" y="19974"/>
                  <a:pt x="21139" y="19848"/>
                </a:cubicBezTo>
                <a:cubicBezTo>
                  <a:pt x="21139" y="19815"/>
                  <a:pt x="21145" y="19771"/>
                  <a:pt x="21155" y="19752"/>
                </a:cubicBezTo>
                <a:cubicBezTo>
                  <a:pt x="21236" y="19582"/>
                  <a:pt x="21258" y="18850"/>
                  <a:pt x="21303" y="15117"/>
                </a:cubicBezTo>
                <a:cubicBezTo>
                  <a:pt x="21308" y="14639"/>
                  <a:pt x="21324" y="14236"/>
                  <a:pt x="21334" y="14216"/>
                </a:cubicBezTo>
                <a:cubicBezTo>
                  <a:pt x="21345" y="14195"/>
                  <a:pt x="21354" y="13800"/>
                  <a:pt x="21354" y="13251"/>
                </a:cubicBezTo>
                <a:cubicBezTo>
                  <a:pt x="21354" y="12616"/>
                  <a:pt x="21359" y="12287"/>
                  <a:pt x="21374" y="12216"/>
                </a:cubicBezTo>
                <a:cubicBezTo>
                  <a:pt x="21397" y="12116"/>
                  <a:pt x="21405" y="11875"/>
                  <a:pt x="21452" y="9213"/>
                </a:cubicBezTo>
                <a:cubicBezTo>
                  <a:pt x="21462" y="8634"/>
                  <a:pt x="21478" y="7829"/>
                  <a:pt x="21489" y="7422"/>
                </a:cubicBezTo>
                <a:cubicBezTo>
                  <a:pt x="21500" y="7016"/>
                  <a:pt x="21517" y="6257"/>
                  <a:pt x="21526" y="5739"/>
                </a:cubicBezTo>
                <a:cubicBezTo>
                  <a:pt x="21535" y="5180"/>
                  <a:pt x="21552" y="4741"/>
                  <a:pt x="21566" y="4660"/>
                </a:cubicBezTo>
                <a:cubicBezTo>
                  <a:pt x="21599" y="4473"/>
                  <a:pt x="21585" y="2578"/>
                  <a:pt x="21549" y="2343"/>
                </a:cubicBezTo>
                <a:cubicBezTo>
                  <a:pt x="21536" y="2251"/>
                  <a:pt x="21515" y="2121"/>
                  <a:pt x="21505" y="2050"/>
                </a:cubicBezTo>
                <a:cubicBezTo>
                  <a:pt x="21481" y="1890"/>
                  <a:pt x="21457" y="1774"/>
                  <a:pt x="21408" y="1606"/>
                </a:cubicBezTo>
                <a:cubicBezTo>
                  <a:pt x="21387" y="1535"/>
                  <a:pt x="21362" y="1445"/>
                  <a:pt x="21357" y="1409"/>
                </a:cubicBezTo>
                <a:cubicBezTo>
                  <a:pt x="21351" y="1374"/>
                  <a:pt x="21339" y="1346"/>
                  <a:pt x="21330" y="1346"/>
                </a:cubicBezTo>
                <a:cubicBezTo>
                  <a:pt x="21320" y="1346"/>
                  <a:pt x="21314" y="1320"/>
                  <a:pt x="21314" y="1289"/>
                </a:cubicBezTo>
                <a:cubicBezTo>
                  <a:pt x="21314" y="1204"/>
                  <a:pt x="21019" y="665"/>
                  <a:pt x="20926" y="577"/>
                </a:cubicBezTo>
                <a:cubicBezTo>
                  <a:pt x="20881" y="534"/>
                  <a:pt x="20842" y="483"/>
                  <a:pt x="20836" y="463"/>
                </a:cubicBezTo>
                <a:cubicBezTo>
                  <a:pt x="20829" y="444"/>
                  <a:pt x="20773" y="392"/>
                  <a:pt x="20711" y="349"/>
                </a:cubicBezTo>
                <a:cubicBezTo>
                  <a:pt x="20650" y="307"/>
                  <a:pt x="20581" y="259"/>
                  <a:pt x="20560" y="241"/>
                </a:cubicBezTo>
                <a:cubicBezTo>
                  <a:pt x="20473" y="168"/>
                  <a:pt x="20379" y="118"/>
                  <a:pt x="20267" y="82"/>
                </a:cubicBezTo>
                <a:cubicBezTo>
                  <a:pt x="20191" y="58"/>
                  <a:pt x="19143" y="36"/>
                  <a:pt x="17321" y="31"/>
                </a:cubicBezTo>
                <a:cubicBezTo>
                  <a:pt x="15765" y="26"/>
                  <a:pt x="12070" y="17"/>
                  <a:pt x="9119" y="6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635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625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6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7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630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628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629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633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631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632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634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36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637" name="image22.jpeg" descr="image22.jpeg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639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40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41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644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642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643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647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645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646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648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50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59999"/>
                </a:srgbClr>
              </a:gs>
              <a:gs pos="21000">
                <a:srgbClr val="000000">
                  <a:alpha val="47398"/>
                </a:srgbClr>
              </a:gs>
              <a:gs pos="63000">
                <a:srgbClr val="000000">
                  <a:alpha val="22199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651" name="image23.jpeg" descr="image23.jpeg"/>
          <p:cNvPicPr>
            <a:picLocks noChangeAspect="1"/>
          </p:cNvPicPr>
          <p:nvPr/>
        </p:nvPicPr>
        <p:blipFill>
          <a:blip r:embed="rId10"/>
          <a:srcRect b="5404"/>
          <a:stretch>
            <a:fillRect/>
          </a:stretch>
        </p:blipFill>
        <p:spPr>
          <a:xfrm>
            <a:off x="404810" y="2781299"/>
            <a:ext cx="6445157" cy="3429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652" name="image54.png" descr="image54.png"/>
          <p:cNvPicPr>
            <a:picLocks noChangeAspect="1"/>
          </p:cNvPicPr>
          <p:nvPr/>
        </p:nvPicPr>
        <p:blipFill>
          <a:blip r:embed="rId11"/>
          <a:srcRect b="3"/>
          <a:stretch>
            <a:fillRect/>
          </a:stretch>
        </p:blipFill>
        <p:spPr>
          <a:xfrm>
            <a:off x="7548777" y="2973383"/>
            <a:ext cx="3787518" cy="3432184"/>
          </a:xfrm>
          <a:prstGeom prst="rect">
            <a:avLst/>
          </a:prstGeom>
          <a:ln w="12700">
            <a:miter lim="400000"/>
          </a:ln>
        </p:spPr>
      </p:pic>
      <p:sp>
        <p:nvSpPr>
          <p:cNvPr id="653" name="Am liebsten…"/>
          <p:cNvSpPr txBox="1"/>
          <p:nvPr/>
        </p:nvSpPr>
        <p:spPr>
          <a:xfrm>
            <a:off x="7968932" y="3535362"/>
            <a:ext cx="2656528" cy="1767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4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Am liebsten </a:t>
            </a:r>
          </a:p>
          <a:p>
            <a:pPr>
              <a:defRPr sz="24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würde ich meinen Alten ewig fahren...</a:t>
            </a:r>
          </a:p>
        </p:txBody>
      </p:sp>
      <p:pic>
        <p:nvPicPr>
          <p:cNvPr id="654" name="image56.png" descr="image5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98135" y="371475"/>
            <a:ext cx="1193806" cy="1922466"/>
          </a:xfrm>
          <a:prstGeom prst="rect">
            <a:avLst/>
          </a:prstGeom>
          <a:ln w="12700">
            <a:miter lim="400000"/>
          </a:ln>
        </p:spPr>
      </p:pic>
      <p:sp>
        <p:nvSpPr>
          <p:cNvPr id="655" name="Wir versorgen Ihr älteres Fahrzeug ab 100.000 km Laufleistung ebenfalls"/>
          <p:cNvSpPr txBox="1"/>
          <p:nvPr/>
        </p:nvSpPr>
        <p:spPr>
          <a:xfrm>
            <a:off x="1166494" y="780691"/>
            <a:ext cx="9022400" cy="392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Wir versorgen Ihr älteres Fahrzeug ab 100.000 km Laufleistung ebenfalls </a:t>
            </a:r>
          </a:p>
        </p:txBody>
      </p:sp>
      <p:sp>
        <p:nvSpPr>
          <p:cNvPr id="656" name="Form"/>
          <p:cNvSpPr/>
          <p:nvPr/>
        </p:nvSpPr>
        <p:spPr>
          <a:xfrm rot="20666012">
            <a:off x="4937416" y="5431089"/>
            <a:ext cx="783014" cy="1950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62" y="0"/>
                </a:moveTo>
                <a:lnTo>
                  <a:pt x="0" y="21600"/>
                </a:lnTo>
                <a:lnTo>
                  <a:pt x="20138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657" name="SONO"/>
          <p:cNvSpPr txBox="1"/>
          <p:nvPr/>
        </p:nvSpPr>
        <p:spPr>
          <a:xfrm rot="20831342">
            <a:off x="5037099" y="5372231"/>
            <a:ext cx="625223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SONO</a:t>
            </a:r>
          </a:p>
        </p:txBody>
      </p:sp>
      <p:pic>
        <p:nvPicPr>
          <p:cNvPr id="658" name="image59.png" descr="image5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825" y="1530350"/>
            <a:ext cx="3690938" cy="2495551"/>
          </a:xfrm>
          <a:prstGeom prst="rect">
            <a:avLst/>
          </a:prstGeom>
          <a:ln w="12700">
            <a:miter lim="400000"/>
          </a:ln>
        </p:spPr>
      </p:pic>
      <p:sp>
        <p:nvSpPr>
          <p:cNvPr id="659" name="Ich liebe meinen…"/>
          <p:cNvSpPr txBox="1">
            <a:spLocks noGrp="1"/>
          </p:cNvSpPr>
          <p:nvPr>
            <p:ph type="body" sz="quarter" idx="4294967295"/>
          </p:nvPr>
        </p:nvSpPr>
        <p:spPr>
          <a:xfrm>
            <a:off x="362442" y="1914624"/>
            <a:ext cx="3306785" cy="1915082"/>
          </a:xfrm>
          <a:prstGeom prst="rect">
            <a:avLst/>
          </a:prstGeom>
        </p:spPr>
        <p:txBody>
          <a:bodyPr/>
          <a:lstStyle/>
          <a:p>
            <a:pPr marL="0" indent="0" algn="ctr" defTabSz="484630">
              <a:spcBef>
                <a:spcPts val="500"/>
              </a:spcBef>
              <a:buSzTx/>
              <a:buNone/>
              <a:defRPr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Ich liebe meinen </a:t>
            </a:r>
          </a:p>
          <a:p>
            <a:pPr marL="0" indent="0" algn="ctr" defTabSz="484630">
              <a:spcBef>
                <a:spcPts val="500"/>
              </a:spcBef>
              <a:buSzTx/>
              <a:buNone/>
              <a:defRPr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älteren Verbrennermotor-</a:t>
            </a:r>
          </a:p>
          <a:p>
            <a:pPr marL="0" indent="0" algn="ctr" defTabSz="484630">
              <a:spcBef>
                <a:spcPts val="500"/>
              </a:spcBef>
              <a:buSzTx/>
              <a:buNone/>
              <a:defRPr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Der ist auch schon bezahlt!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661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2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3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666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664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665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669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667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668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670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72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59999"/>
                </a:srgbClr>
              </a:gs>
              <a:gs pos="21000">
                <a:srgbClr val="000000">
                  <a:alpha val="47398"/>
                </a:srgbClr>
              </a:gs>
              <a:gs pos="63000">
                <a:srgbClr val="000000">
                  <a:alpha val="22199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673" name="Reduzierter Verbrauch…"/>
          <p:cNvSpPr txBox="1"/>
          <p:nvPr/>
        </p:nvSpPr>
        <p:spPr>
          <a:xfrm>
            <a:off x="7149782" y="4064000"/>
            <a:ext cx="4445641" cy="1190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Reduzierter Verbrauch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Erhöhte Leistung</a:t>
            </a:r>
          </a:p>
          <a:p>
            <a:pPr marL="269875" indent="-269875">
              <a:lnSpc>
                <a:spcPct val="125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Reduzierter Schadstoffausstoß</a:t>
            </a:r>
          </a:p>
        </p:txBody>
      </p:sp>
      <p:sp>
        <p:nvSpPr>
          <p:cNvPr id="674" name="Oval"/>
          <p:cNvSpPr/>
          <p:nvPr/>
        </p:nvSpPr>
        <p:spPr>
          <a:xfrm>
            <a:off x="9190035" y="752471"/>
            <a:ext cx="1514485" cy="1465273"/>
          </a:xfrm>
          <a:prstGeom prst="ellipse">
            <a:avLst/>
          </a:prstGeom>
          <a:solidFill>
            <a:srgbClr val="FFFB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675" name="image56.png" descr="image5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98135" y="371475"/>
            <a:ext cx="1193806" cy="1922466"/>
          </a:xfrm>
          <a:prstGeom prst="rect">
            <a:avLst/>
          </a:prstGeom>
          <a:ln w="12700">
            <a:miter lim="400000"/>
          </a:ln>
        </p:spPr>
      </p:pic>
      <p:sp>
        <p:nvSpPr>
          <p:cNvPr id="676" name="Bis zu 15%…"/>
          <p:cNvSpPr txBox="1"/>
          <p:nvPr/>
        </p:nvSpPr>
        <p:spPr>
          <a:xfrm>
            <a:off x="9230993" y="793750"/>
            <a:ext cx="1675454" cy="1272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4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 Bis zu</a:t>
            </a:r>
            <a:r>
              <a:rPr b="0"/>
              <a:t> </a:t>
            </a:r>
            <a:r>
              <a:rPr sz="2800"/>
              <a:t>15</a:t>
            </a:r>
            <a:r>
              <a:rPr sz="3200"/>
              <a:t>%</a:t>
            </a:r>
          </a:p>
          <a:p>
            <a:pPr>
              <a:defRPr sz="14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    +</a:t>
            </a:r>
            <a:r>
              <a:rPr sz="3200"/>
              <a:t> </a:t>
            </a:r>
            <a:r>
              <a:rPr sz="2800"/>
              <a:t>20% </a:t>
            </a:r>
          </a:p>
          <a:p>
            <a:pPr>
              <a:defRPr sz="1400" b="1">
                <a:solidFill>
                  <a:srgbClr val="D63B0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      Leistung</a:t>
            </a:r>
          </a:p>
        </p:txBody>
      </p:sp>
      <p:sp>
        <p:nvSpPr>
          <p:cNvPr id="677" name="31.08.2025"/>
          <p:cNvSpPr txBox="1"/>
          <p:nvPr/>
        </p:nvSpPr>
        <p:spPr>
          <a:xfrm rot="20831342">
            <a:off x="5055676" y="5335947"/>
            <a:ext cx="928249" cy="523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31.08.2025</a:t>
            </a:r>
          </a:p>
        </p:txBody>
      </p:sp>
      <p:sp>
        <p:nvSpPr>
          <p:cNvPr id="678" name="Unsere Lösung:…"/>
          <p:cNvSpPr txBox="1"/>
          <p:nvPr/>
        </p:nvSpPr>
        <p:spPr>
          <a:xfrm>
            <a:off x="7132318" y="2580401"/>
            <a:ext cx="4463102" cy="1027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b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Unsere Lösung: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XeenTEC-Additive</a:t>
            </a:r>
          </a:p>
        </p:txBody>
      </p:sp>
      <p:sp>
        <p:nvSpPr>
          <p:cNvPr id="679" name="Komplettpaket für 1 Jahr:…"/>
          <p:cNvSpPr txBox="1"/>
          <p:nvPr/>
        </p:nvSpPr>
        <p:spPr>
          <a:xfrm rot="20633384">
            <a:off x="5028055" y="471134"/>
            <a:ext cx="3600149" cy="1740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800" b="1"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Komplettpaket für 1 Jahr:</a:t>
            </a:r>
          </a:p>
          <a:p>
            <a:pPr algn="ctr">
              <a:defRPr sz="2800" b="1"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100 Euro</a:t>
            </a:r>
          </a:p>
          <a:p>
            <a:pPr algn="ctr">
              <a:defRPr sz="2800" b="1">
                <a:solidFill>
                  <a:srgbClr val="FF26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zzgl. MwSt. u. Versand</a:t>
            </a:r>
          </a:p>
        </p:txBody>
      </p:sp>
      <p:pic>
        <p:nvPicPr>
          <p:cNvPr id="680" name="eingesetzter-Film.png" descr="eingesetzter-Fil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498" y="776181"/>
            <a:ext cx="4445640" cy="44456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image25.jpeg" descr="image2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30" y="-51723"/>
            <a:ext cx="9757914" cy="69614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image26.jpeg" descr="image2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558" y="482004"/>
            <a:ext cx="12192004" cy="58980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image27.jpeg" descr="image2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63" y="332210"/>
            <a:ext cx="11493504" cy="61976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image28.jpeg" descr="image2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863" y="2011"/>
            <a:ext cx="8211902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image29.jpeg" descr="image2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30" y="2011"/>
            <a:ext cx="9320370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image30.jpeg" descr="image3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84" y="0"/>
            <a:ext cx="11721835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image31.jpeg" descr="image3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91" y="2011"/>
            <a:ext cx="10062059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image32.jpeg" descr="image3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69" y="2011"/>
            <a:ext cx="10597703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709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699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0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1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704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702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03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07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705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06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708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10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11" name="Mehr Nachhaltigkeit  Mehr Umweltschutz Mehr Geld in Ihrer Tasche Mehr Lebensqualität"/>
          <p:cNvSpPr txBox="1">
            <a:spLocks noGrp="1"/>
          </p:cNvSpPr>
          <p:nvPr>
            <p:ph type="title" idx="4294967295"/>
          </p:nvPr>
        </p:nvSpPr>
        <p:spPr>
          <a:xfrm>
            <a:off x="3175" y="4833937"/>
            <a:ext cx="12185650" cy="2185993"/>
          </a:xfrm>
          <a:prstGeom prst="rect">
            <a:avLst/>
          </a:prstGeom>
        </p:spPr>
        <p:txBody>
          <a:bodyPr/>
          <a:lstStyle/>
          <a:p>
            <a:pPr algn="ctr"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t>Mehr Nachhaltigkeit </a:t>
            </a:r>
            <a:br/>
            <a:r>
              <a:t>Mehr Umweltschutz</a:t>
            </a:r>
            <a:br/>
            <a:r>
              <a:t>Mehr Geld in </a:t>
            </a:r>
            <a:r>
              <a:rPr u="sng"/>
              <a:t>Ihrer</a:t>
            </a:r>
            <a:r>
              <a:t> Tasche</a:t>
            </a:r>
            <a:br/>
            <a:r>
              <a:t>Mehr Lebensqualität</a:t>
            </a:r>
          </a:p>
        </p:txBody>
      </p:sp>
      <p:pic>
        <p:nvPicPr>
          <p:cNvPr id="712" name="image52.png" descr="image5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1237" y="325435"/>
            <a:ext cx="2552706" cy="41148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725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715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6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17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720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718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19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23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721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22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724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26" name="Rechteck"/>
          <p:cNvSpPr/>
          <p:nvPr/>
        </p:nvSpPr>
        <p:spPr>
          <a:xfrm flipH="1">
            <a:off x="0" y="1270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27" name="Möchten Sie an diesem Ziel mitarbeiten?  Dann bleiben Sie dran, in 5 Minuten geht’s weiter."/>
          <p:cNvSpPr txBox="1">
            <a:spLocks noGrp="1"/>
          </p:cNvSpPr>
          <p:nvPr>
            <p:ph type="title" idx="4294967295"/>
          </p:nvPr>
        </p:nvSpPr>
        <p:spPr>
          <a:xfrm>
            <a:off x="3175" y="4833937"/>
            <a:ext cx="12185650" cy="2185993"/>
          </a:xfrm>
          <a:prstGeom prst="rect">
            <a:avLst/>
          </a:prstGeom>
        </p:spPr>
        <p:txBody>
          <a:bodyPr/>
          <a:lstStyle/>
          <a:p>
            <a:pPr algn="ctr"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t>Möchten Sie an diesem Ziel mitarbeiten? </a:t>
            </a:r>
            <a:br/>
            <a:r>
              <a:t>Dann bleiben Sie dran, in 5 Minuten geht’s weiter.</a:t>
            </a:r>
          </a:p>
        </p:txBody>
      </p:sp>
      <p:sp>
        <p:nvSpPr>
          <p:cNvPr id="728" name="Oval"/>
          <p:cNvSpPr/>
          <p:nvPr/>
        </p:nvSpPr>
        <p:spPr>
          <a:xfrm>
            <a:off x="3586162" y="2539999"/>
            <a:ext cx="2513023" cy="1951043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4D53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29" name="Oval"/>
          <p:cNvSpPr/>
          <p:nvPr/>
        </p:nvSpPr>
        <p:spPr>
          <a:xfrm>
            <a:off x="5537198" y="2044700"/>
            <a:ext cx="3489331" cy="2581276"/>
          </a:xfrm>
          <a:prstGeom prst="ellipse">
            <a:avLst/>
          </a:prstGeom>
          <a:solidFill>
            <a:srgbClr val="92D050"/>
          </a:solidFill>
          <a:ln w="12700">
            <a:solidFill>
              <a:srgbClr val="004D53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30" name="Fahrzeuge mit über 100.000 km Laufleistung"/>
          <p:cNvSpPr txBox="1"/>
          <p:nvPr/>
        </p:nvSpPr>
        <p:spPr>
          <a:xfrm>
            <a:off x="6138545" y="2867025"/>
            <a:ext cx="2378714" cy="929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Fahrzeuge mit über 100.000 km Laufleistung</a:t>
            </a:r>
          </a:p>
        </p:txBody>
      </p:sp>
      <p:sp>
        <p:nvSpPr>
          <p:cNvPr id="731" name="Ölbrenner bis ca. 2006"/>
          <p:cNvSpPr txBox="1"/>
          <p:nvPr/>
        </p:nvSpPr>
        <p:spPr>
          <a:xfrm>
            <a:off x="4106545" y="3148009"/>
            <a:ext cx="1296041" cy="929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Ölbrenner bis ca. 2006</a:t>
            </a:r>
          </a:p>
        </p:txBody>
      </p:sp>
      <p:sp>
        <p:nvSpPr>
          <p:cNvPr id="732" name="Was könnten wir erreichen, wenn wir dafür sorgen,…"/>
          <p:cNvSpPr txBox="1"/>
          <p:nvPr/>
        </p:nvSpPr>
        <p:spPr>
          <a:xfrm>
            <a:off x="121920" y="668334"/>
            <a:ext cx="12094210" cy="1406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Was könnten wir erreichen, wenn wir dafür sorgen, </a:t>
            </a:r>
          </a:p>
          <a:p>
            <a:pPr algn="ctr">
              <a:lnSpc>
                <a:spcPct val="90000"/>
              </a:lnSpc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daß alleine in Deutschland </a:t>
            </a:r>
            <a:endParaRPr sz="6000">
              <a:latin typeface="Times Roman"/>
              <a:ea typeface="Times Roman"/>
              <a:cs typeface="Times Roman"/>
              <a:sym typeface="Times Roman"/>
            </a:endParaRPr>
          </a:p>
          <a:p>
            <a:pPr algn="ctr">
              <a:lnSpc>
                <a:spcPct val="90000"/>
              </a:lnSpc>
              <a:defRPr sz="3200">
                <a:solidFill>
                  <a:srgbClr val="FFFB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20 Mio. ältere Fahrzeuge</a:t>
            </a:r>
            <a:r>
              <a:rPr>
                <a:solidFill>
                  <a:srgbClr val="FFFFFF"/>
                </a:solidFill>
              </a:rPr>
              <a:t> und </a:t>
            </a:r>
            <a:r>
              <a:t>6 Mio. ältere Ölheizungen</a:t>
            </a:r>
            <a:r>
              <a:rPr>
                <a:solidFill>
                  <a:srgbClr val="FFFFFF"/>
                </a:solidFill>
              </a:rPr>
              <a:t> Energie sparen?</a:t>
            </a:r>
          </a:p>
        </p:txBody>
      </p:sp>
      <p:sp>
        <p:nvSpPr>
          <p:cNvPr id="733" name="Verhältnis 1:3"/>
          <p:cNvSpPr txBox="1"/>
          <p:nvPr/>
        </p:nvSpPr>
        <p:spPr>
          <a:xfrm>
            <a:off x="5201920" y="3981451"/>
            <a:ext cx="2302515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B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Verhältnis 1:3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746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736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7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38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741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739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40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44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742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43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745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47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48" name="Wie groß  ist DEIN Stück?"/>
          <p:cNvSpPr txBox="1">
            <a:spLocks noGrp="1"/>
          </p:cNvSpPr>
          <p:nvPr>
            <p:ph type="title" idx="4294967295"/>
          </p:nvPr>
        </p:nvSpPr>
        <p:spPr>
          <a:xfrm>
            <a:off x="6503985" y="1597025"/>
            <a:ext cx="5064131" cy="1039813"/>
          </a:xfrm>
          <a:prstGeom prst="rect">
            <a:avLst/>
          </a:prstGeom>
        </p:spPr>
        <p:txBody>
          <a:bodyPr/>
          <a:lstStyle/>
          <a:p>
            <a:pPr algn="ctr"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t>Wie groß </a:t>
            </a:r>
            <a:br/>
            <a:r>
              <a:t>ist DEIN Stück?</a:t>
            </a:r>
          </a:p>
        </p:txBody>
      </p:sp>
      <p:pic>
        <p:nvPicPr>
          <p:cNvPr id="749" name="image62.png" descr="image6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6950" y="138112"/>
            <a:ext cx="4741863" cy="6858004"/>
          </a:xfrm>
          <a:prstGeom prst="rect">
            <a:avLst/>
          </a:prstGeom>
          <a:ln w="12700">
            <a:miter lim="400000"/>
          </a:ln>
        </p:spPr>
      </p:pic>
      <p:sp>
        <p:nvSpPr>
          <p:cNvPr id="750" name="3,6 Mrd. €…"/>
          <p:cNvSpPr txBox="1"/>
          <p:nvPr/>
        </p:nvSpPr>
        <p:spPr>
          <a:xfrm>
            <a:off x="3642995" y="560387"/>
            <a:ext cx="4972690" cy="95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90000"/>
              </a:lnSpc>
              <a:defRPr sz="3200">
                <a:latin typeface="Calibri"/>
                <a:ea typeface="Calibri"/>
                <a:cs typeface="Calibri"/>
                <a:sym typeface="Calibri"/>
              </a:defRPr>
            </a:pPr>
            <a:r>
              <a:t>3,6 Mrd. €</a:t>
            </a:r>
          </a:p>
          <a:p>
            <a:pPr algn="ctr">
              <a:lnSpc>
                <a:spcPct val="90000"/>
              </a:lnSpc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Provisionsanteil</a:t>
            </a:r>
            <a:r>
              <a:rPr sz="3200"/>
              <a:t> 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763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753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4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5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758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756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57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61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759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60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762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64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65" name="Wie werden Sie mit Uns erfolgreich?"/>
          <p:cNvSpPr txBox="1">
            <a:spLocks noGrp="1"/>
          </p:cNvSpPr>
          <p:nvPr>
            <p:ph type="title" idx="4294967295"/>
          </p:nvPr>
        </p:nvSpPr>
        <p:spPr>
          <a:xfrm>
            <a:off x="3175" y="4833937"/>
            <a:ext cx="12185650" cy="2185993"/>
          </a:xfrm>
          <a:prstGeom prst="rect">
            <a:avLst/>
          </a:prstGeom>
        </p:spPr>
        <p:txBody>
          <a:bodyPr/>
          <a:lstStyle>
            <a:lvl1pPr algn="ctr"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Wie werden Sie mit Uns erfolgreich?</a:t>
            </a:r>
          </a:p>
        </p:txBody>
      </p:sp>
      <p:pic>
        <p:nvPicPr>
          <p:cNvPr id="766" name="image52.png" descr="image5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1237" y="325435"/>
            <a:ext cx="2552706" cy="41148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image52.png" descr="image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237" y="325435"/>
            <a:ext cx="2552706" cy="4114806"/>
          </a:xfrm>
          <a:prstGeom prst="rect">
            <a:avLst/>
          </a:prstGeom>
          <a:ln w="12700">
            <a:miter lim="400000"/>
          </a:ln>
        </p:spPr>
      </p:pic>
      <p:sp>
        <p:nvSpPr>
          <p:cNvPr id="769" name="Form"/>
          <p:cNvSpPr/>
          <p:nvPr/>
        </p:nvSpPr>
        <p:spPr>
          <a:xfrm rot="5400000">
            <a:off x="4409280" y="1640681"/>
            <a:ext cx="284168" cy="7937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7726"/>
                </a:moveTo>
                <a:lnTo>
                  <a:pt x="5400" y="17726"/>
                </a:lnTo>
                <a:lnTo>
                  <a:pt x="5400" y="0"/>
                </a:lnTo>
                <a:lnTo>
                  <a:pt x="16200" y="0"/>
                </a:lnTo>
                <a:lnTo>
                  <a:pt x="16200" y="17726"/>
                </a:lnTo>
                <a:lnTo>
                  <a:pt x="21600" y="17726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C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70" name="Form"/>
          <p:cNvSpPr/>
          <p:nvPr/>
        </p:nvSpPr>
        <p:spPr>
          <a:xfrm rot="16200000">
            <a:off x="7462042" y="1640681"/>
            <a:ext cx="284169" cy="7937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7726"/>
                </a:moveTo>
                <a:lnTo>
                  <a:pt x="5400" y="17726"/>
                </a:lnTo>
                <a:lnTo>
                  <a:pt x="5400" y="0"/>
                </a:lnTo>
                <a:lnTo>
                  <a:pt x="16200" y="0"/>
                </a:lnTo>
                <a:lnTo>
                  <a:pt x="16200" y="17726"/>
                </a:lnTo>
                <a:lnTo>
                  <a:pt x="21600" y="17726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C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771" name="image24.jpeg" descr="image2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100" y="681037"/>
            <a:ext cx="3201991" cy="3997327"/>
          </a:xfrm>
          <a:prstGeom prst="rect">
            <a:avLst/>
          </a:prstGeom>
          <a:ln w="12700">
            <a:miter lim="400000"/>
          </a:ln>
        </p:spPr>
      </p:pic>
      <p:pic>
        <p:nvPicPr>
          <p:cNvPr id="772" name="image56.png" descr="image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8135" y="371475"/>
            <a:ext cx="1193806" cy="1922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73" name="image57.png" descr="image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0" y="276225"/>
            <a:ext cx="1181104" cy="1903416"/>
          </a:xfrm>
          <a:prstGeom prst="rect">
            <a:avLst/>
          </a:prstGeom>
          <a:ln w="12700">
            <a:miter lim="400000"/>
          </a:ln>
        </p:spPr>
      </p:pic>
      <p:sp>
        <p:nvSpPr>
          <p:cNvPr id="774" name="1. Zwei konkurrenzfreie Produkte"/>
          <p:cNvSpPr txBox="1"/>
          <p:nvPr/>
        </p:nvSpPr>
        <p:spPr>
          <a:xfrm>
            <a:off x="48893" y="4833937"/>
            <a:ext cx="12094213" cy="95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  <a:p>
            <a:pPr algn="ctr">
              <a:lnSpc>
                <a:spcPct val="90000"/>
              </a:lnSpc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1. Zwei konkurrenzfreie Produkte</a:t>
            </a:r>
          </a:p>
        </p:txBody>
      </p:sp>
      <p:pic>
        <p:nvPicPr>
          <p:cNvPr id="775" name="image1.jpeg" descr="image1.jpeg"/>
          <p:cNvPicPr>
            <a:picLocks noChangeAspect="1"/>
          </p:cNvPicPr>
          <p:nvPr/>
        </p:nvPicPr>
        <p:blipFill>
          <a:blip r:embed="rId6"/>
          <a:srcRect l="1382" t="6883" r="3039" b="25573"/>
          <a:stretch>
            <a:fillRect/>
          </a:stretch>
        </p:blipFill>
        <p:spPr>
          <a:xfrm>
            <a:off x="813034" y="2832371"/>
            <a:ext cx="2544999" cy="1348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5" h="21576" extrusionOk="0">
                <a:moveTo>
                  <a:pt x="9119" y="6"/>
                </a:moveTo>
                <a:cubicBezTo>
                  <a:pt x="3850" y="-13"/>
                  <a:pt x="1348" y="10"/>
                  <a:pt x="1134" y="82"/>
                </a:cubicBezTo>
                <a:cubicBezTo>
                  <a:pt x="983" y="133"/>
                  <a:pt x="889" y="192"/>
                  <a:pt x="764" y="304"/>
                </a:cubicBezTo>
                <a:cubicBezTo>
                  <a:pt x="639" y="416"/>
                  <a:pt x="395" y="725"/>
                  <a:pt x="360" y="819"/>
                </a:cubicBezTo>
                <a:cubicBezTo>
                  <a:pt x="347" y="855"/>
                  <a:pt x="305" y="947"/>
                  <a:pt x="266" y="1028"/>
                </a:cubicBezTo>
                <a:cubicBezTo>
                  <a:pt x="227" y="1108"/>
                  <a:pt x="195" y="1188"/>
                  <a:pt x="195" y="1206"/>
                </a:cubicBezTo>
                <a:cubicBezTo>
                  <a:pt x="195" y="1225"/>
                  <a:pt x="178" y="1285"/>
                  <a:pt x="158" y="1339"/>
                </a:cubicBezTo>
                <a:cubicBezTo>
                  <a:pt x="138" y="1393"/>
                  <a:pt x="99" y="1562"/>
                  <a:pt x="71" y="1714"/>
                </a:cubicBezTo>
                <a:cubicBezTo>
                  <a:pt x="28" y="1950"/>
                  <a:pt x="20" y="2082"/>
                  <a:pt x="10" y="2584"/>
                </a:cubicBezTo>
                <a:cubicBezTo>
                  <a:pt x="4" y="2909"/>
                  <a:pt x="-1" y="3191"/>
                  <a:pt x="0" y="3212"/>
                </a:cubicBezTo>
                <a:cubicBezTo>
                  <a:pt x="1" y="3232"/>
                  <a:pt x="9" y="3490"/>
                  <a:pt x="17" y="3784"/>
                </a:cubicBezTo>
                <a:cubicBezTo>
                  <a:pt x="25" y="4079"/>
                  <a:pt x="39" y="4343"/>
                  <a:pt x="50" y="4374"/>
                </a:cubicBezTo>
                <a:cubicBezTo>
                  <a:pt x="68" y="4427"/>
                  <a:pt x="77" y="4639"/>
                  <a:pt x="118" y="5962"/>
                </a:cubicBezTo>
                <a:cubicBezTo>
                  <a:pt x="152" y="7067"/>
                  <a:pt x="159" y="7234"/>
                  <a:pt x="178" y="7270"/>
                </a:cubicBezTo>
                <a:cubicBezTo>
                  <a:pt x="188" y="7289"/>
                  <a:pt x="195" y="7519"/>
                  <a:pt x="195" y="7778"/>
                </a:cubicBezTo>
                <a:cubicBezTo>
                  <a:pt x="195" y="8059"/>
                  <a:pt x="205" y="8287"/>
                  <a:pt x="219" y="8349"/>
                </a:cubicBezTo>
                <a:cubicBezTo>
                  <a:pt x="261" y="8534"/>
                  <a:pt x="278" y="9124"/>
                  <a:pt x="286" y="10705"/>
                </a:cubicBezTo>
                <a:cubicBezTo>
                  <a:pt x="291" y="11644"/>
                  <a:pt x="302" y="12270"/>
                  <a:pt x="313" y="12292"/>
                </a:cubicBezTo>
                <a:cubicBezTo>
                  <a:pt x="324" y="12312"/>
                  <a:pt x="333" y="12375"/>
                  <a:pt x="333" y="12432"/>
                </a:cubicBezTo>
                <a:cubicBezTo>
                  <a:pt x="333" y="12489"/>
                  <a:pt x="341" y="12568"/>
                  <a:pt x="350" y="12603"/>
                </a:cubicBezTo>
                <a:cubicBezTo>
                  <a:pt x="373" y="12688"/>
                  <a:pt x="413" y="12962"/>
                  <a:pt x="424" y="13124"/>
                </a:cubicBezTo>
                <a:cubicBezTo>
                  <a:pt x="429" y="13195"/>
                  <a:pt x="441" y="13287"/>
                  <a:pt x="451" y="13327"/>
                </a:cubicBezTo>
                <a:cubicBezTo>
                  <a:pt x="461" y="13368"/>
                  <a:pt x="473" y="13622"/>
                  <a:pt x="478" y="13886"/>
                </a:cubicBezTo>
                <a:cubicBezTo>
                  <a:pt x="496" y="14861"/>
                  <a:pt x="524" y="15100"/>
                  <a:pt x="646" y="15333"/>
                </a:cubicBezTo>
                <a:cubicBezTo>
                  <a:pt x="781" y="15587"/>
                  <a:pt x="721" y="15575"/>
                  <a:pt x="2073" y="15606"/>
                </a:cubicBezTo>
                <a:cubicBezTo>
                  <a:pt x="3390" y="15635"/>
                  <a:pt x="4218" y="15693"/>
                  <a:pt x="4409" y="15765"/>
                </a:cubicBezTo>
                <a:cubicBezTo>
                  <a:pt x="4461" y="15785"/>
                  <a:pt x="4480" y="15811"/>
                  <a:pt x="4480" y="15860"/>
                </a:cubicBezTo>
                <a:cubicBezTo>
                  <a:pt x="4480" y="15897"/>
                  <a:pt x="4489" y="15937"/>
                  <a:pt x="4500" y="15949"/>
                </a:cubicBezTo>
                <a:cubicBezTo>
                  <a:pt x="4510" y="15962"/>
                  <a:pt x="4520" y="16139"/>
                  <a:pt x="4521" y="16349"/>
                </a:cubicBezTo>
                <a:cubicBezTo>
                  <a:pt x="4521" y="16621"/>
                  <a:pt x="4530" y="16748"/>
                  <a:pt x="4551" y="16800"/>
                </a:cubicBezTo>
                <a:cubicBezTo>
                  <a:pt x="4574" y="16857"/>
                  <a:pt x="4581" y="17003"/>
                  <a:pt x="4581" y="17473"/>
                </a:cubicBezTo>
                <a:cubicBezTo>
                  <a:pt x="4581" y="17834"/>
                  <a:pt x="4586" y="18081"/>
                  <a:pt x="4598" y="18095"/>
                </a:cubicBezTo>
                <a:cubicBezTo>
                  <a:pt x="4609" y="18107"/>
                  <a:pt x="4618" y="18219"/>
                  <a:pt x="4618" y="18349"/>
                </a:cubicBezTo>
                <a:cubicBezTo>
                  <a:pt x="4618" y="18478"/>
                  <a:pt x="4627" y="18597"/>
                  <a:pt x="4638" y="18610"/>
                </a:cubicBezTo>
                <a:cubicBezTo>
                  <a:pt x="4648" y="18622"/>
                  <a:pt x="4659" y="18687"/>
                  <a:pt x="4659" y="18756"/>
                </a:cubicBezTo>
                <a:cubicBezTo>
                  <a:pt x="4659" y="18825"/>
                  <a:pt x="4668" y="18896"/>
                  <a:pt x="4679" y="18908"/>
                </a:cubicBezTo>
                <a:cubicBezTo>
                  <a:pt x="4690" y="18921"/>
                  <a:pt x="4696" y="19002"/>
                  <a:pt x="4696" y="19092"/>
                </a:cubicBezTo>
                <a:cubicBezTo>
                  <a:pt x="4696" y="19183"/>
                  <a:pt x="4710" y="19318"/>
                  <a:pt x="4726" y="19391"/>
                </a:cubicBezTo>
                <a:cubicBezTo>
                  <a:pt x="4742" y="19464"/>
                  <a:pt x="4756" y="19629"/>
                  <a:pt x="4756" y="19759"/>
                </a:cubicBezTo>
                <a:cubicBezTo>
                  <a:pt x="4756" y="19889"/>
                  <a:pt x="4767" y="20031"/>
                  <a:pt x="4780" y="20070"/>
                </a:cubicBezTo>
                <a:cubicBezTo>
                  <a:pt x="4799" y="20127"/>
                  <a:pt x="4799" y="20173"/>
                  <a:pt x="4780" y="20305"/>
                </a:cubicBezTo>
                <a:cubicBezTo>
                  <a:pt x="4750" y="20519"/>
                  <a:pt x="4749" y="20718"/>
                  <a:pt x="4780" y="20883"/>
                </a:cubicBezTo>
                <a:cubicBezTo>
                  <a:pt x="4813" y="21061"/>
                  <a:pt x="4820" y="21078"/>
                  <a:pt x="4914" y="21200"/>
                </a:cubicBezTo>
                <a:lnTo>
                  <a:pt x="4999" y="21308"/>
                </a:lnTo>
                <a:lnTo>
                  <a:pt x="6389" y="21333"/>
                </a:lnTo>
                <a:cubicBezTo>
                  <a:pt x="7154" y="21348"/>
                  <a:pt x="9044" y="21368"/>
                  <a:pt x="10589" y="21378"/>
                </a:cubicBezTo>
                <a:cubicBezTo>
                  <a:pt x="12133" y="21388"/>
                  <a:pt x="13440" y="21411"/>
                  <a:pt x="13494" y="21429"/>
                </a:cubicBezTo>
                <a:cubicBezTo>
                  <a:pt x="13547" y="21447"/>
                  <a:pt x="14110" y="21463"/>
                  <a:pt x="14743" y="21467"/>
                </a:cubicBezTo>
                <a:cubicBezTo>
                  <a:pt x="15473" y="21471"/>
                  <a:pt x="15916" y="21494"/>
                  <a:pt x="15948" y="21518"/>
                </a:cubicBezTo>
                <a:cubicBezTo>
                  <a:pt x="15978" y="21540"/>
                  <a:pt x="16063" y="21542"/>
                  <a:pt x="16147" y="21530"/>
                </a:cubicBezTo>
                <a:cubicBezTo>
                  <a:pt x="16228" y="21517"/>
                  <a:pt x="16320" y="21524"/>
                  <a:pt x="16352" y="21543"/>
                </a:cubicBezTo>
                <a:cubicBezTo>
                  <a:pt x="16427" y="21587"/>
                  <a:pt x="19820" y="21587"/>
                  <a:pt x="19954" y="21543"/>
                </a:cubicBezTo>
                <a:cubicBezTo>
                  <a:pt x="20206" y="21461"/>
                  <a:pt x="20369" y="21354"/>
                  <a:pt x="20566" y="21137"/>
                </a:cubicBezTo>
                <a:cubicBezTo>
                  <a:pt x="20727" y="20958"/>
                  <a:pt x="20744" y="20930"/>
                  <a:pt x="20906" y="20578"/>
                </a:cubicBezTo>
                <a:cubicBezTo>
                  <a:pt x="21031" y="20305"/>
                  <a:pt x="21139" y="19974"/>
                  <a:pt x="21139" y="19848"/>
                </a:cubicBezTo>
                <a:cubicBezTo>
                  <a:pt x="21139" y="19815"/>
                  <a:pt x="21145" y="19771"/>
                  <a:pt x="21155" y="19752"/>
                </a:cubicBezTo>
                <a:cubicBezTo>
                  <a:pt x="21236" y="19582"/>
                  <a:pt x="21258" y="18850"/>
                  <a:pt x="21303" y="15117"/>
                </a:cubicBezTo>
                <a:cubicBezTo>
                  <a:pt x="21308" y="14639"/>
                  <a:pt x="21324" y="14236"/>
                  <a:pt x="21334" y="14216"/>
                </a:cubicBezTo>
                <a:cubicBezTo>
                  <a:pt x="21345" y="14195"/>
                  <a:pt x="21354" y="13800"/>
                  <a:pt x="21354" y="13251"/>
                </a:cubicBezTo>
                <a:cubicBezTo>
                  <a:pt x="21354" y="12616"/>
                  <a:pt x="21359" y="12287"/>
                  <a:pt x="21374" y="12216"/>
                </a:cubicBezTo>
                <a:cubicBezTo>
                  <a:pt x="21397" y="12116"/>
                  <a:pt x="21405" y="11875"/>
                  <a:pt x="21452" y="9213"/>
                </a:cubicBezTo>
                <a:cubicBezTo>
                  <a:pt x="21462" y="8634"/>
                  <a:pt x="21478" y="7829"/>
                  <a:pt x="21489" y="7422"/>
                </a:cubicBezTo>
                <a:cubicBezTo>
                  <a:pt x="21500" y="7016"/>
                  <a:pt x="21517" y="6257"/>
                  <a:pt x="21526" y="5739"/>
                </a:cubicBezTo>
                <a:cubicBezTo>
                  <a:pt x="21535" y="5180"/>
                  <a:pt x="21552" y="4741"/>
                  <a:pt x="21566" y="4660"/>
                </a:cubicBezTo>
                <a:cubicBezTo>
                  <a:pt x="21599" y="4473"/>
                  <a:pt x="21585" y="2578"/>
                  <a:pt x="21549" y="2343"/>
                </a:cubicBezTo>
                <a:cubicBezTo>
                  <a:pt x="21536" y="2251"/>
                  <a:pt x="21515" y="2121"/>
                  <a:pt x="21505" y="2050"/>
                </a:cubicBezTo>
                <a:cubicBezTo>
                  <a:pt x="21481" y="1890"/>
                  <a:pt x="21457" y="1774"/>
                  <a:pt x="21408" y="1606"/>
                </a:cubicBezTo>
                <a:cubicBezTo>
                  <a:pt x="21387" y="1535"/>
                  <a:pt x="21362" y="1445"/>
                  <a:pt x="21357" y="1409"/>
                </a:cubicBezTo>
                <a:cubicBezTo>
                  <a:pt x="21351" y="1374"/>
                  <a:pt x="21339" y="1346"/>
                  <a:pt x="21330" y="1346"/>
                </a:cubicBezTo>
                <a:cubicBezTo>
                  <a:pt x="21320" y="1346"/>
                  <a:pt x="21314" y="1320"/>
                  <a:pt x="21314" y="1289"/>
                </a:cubicBezTo>
                <a:cubicBezTo>
                  <a:pt x="21314" y="1204"/>
                  <a:pt x="21019" y="665"/>
                  <a:pt x="20926" y="577"/>
                </a:cubicBezTo>
                <a:cubicBezTo>
                  <a:pt x="20881" y="534"/>
                  <a:pt x="20842" y="483"/>
                  <a:pt x="20836" y="463"/>
                </a:cubicBezTo>
                <a:cubicBezTo>
                  <a:pt x="20829" y="444"/>
                  <a:pt x="20773" y="392"/>
                  <a:pt x="20711" y="349"/>
                </a:cubicBezTo>
                <a:cubicBezTo>
                  <a:pt x="20650" y="307"/>
                  <a:pt x="20581" y="259"/>
                  <a:pt x="20560" y="241"/>
                </a:cubicBezTo>
                <a:cubicBezTo>
                  <a:pt x="20473" y="168"/>
                  <a:pt x="20379" y="118"/>
                  <a:pt x="20267" y="82"/>
                </a:cubicBezTo>
                <a:cubicBezTo>
                  <a:pt x="20191" y="58"/>
                  <a:pt x="19143" y="36"/>
                  <a:pt x="17321" y="31"/>
                </a:cubicBezTo>
                <a:cubicBezTo>
                  <a:pt x="15765" y="26"/>
                  <a:pt x="12070" y="17"/>
                  <a:pt x="9119" y="6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788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778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79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80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783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781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82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786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784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85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787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89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90" name="Oval"/>
          <p:cNvSpPr/>
          <p:nvPr/>
        </p:nvSpPr>
        <p:spPr>
          <a:xfrm>
            <a:off x="3586162" y="2539999"/>
            <a:ext cx="2513023" cy="1951043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4D53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91" name="Oval"/>
          <p:cNvSpPr/>
          <p:nvPr/>
        </p:nvSpPr>
        <p:spPr>
          <a:xfrm>
            <a:off x="5537198" y="2273300"/>
            <a:ext cx="3489331" cy="2581276"/>
          </a:xfrm>
          <a:prstGeom prst="ellipse">
            <a:avLst/>
          </a:prstGeom>
          <a:solidFill>
            <a:srgbClr val="92D050"/>
          </a:solidFill>
          <a:ln w="12700">
            <a:solidFill>
              <a:srgbClr val="004D53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92" name="Fahrzeuge mit über 100.000 km Laufleistung"/>
          <p:cNvSpPr txBox="1"/>
          <p:nvPr/>
        </p:nvSpPr>
        <p:spPr>
          <a:xfrm>
            <a:off x="6138545" y="3057525"/>
            <a:ext cx="2378714" cy="929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Fahrzeuge mit über 100.000 km Laufleistung</a:t>
            </a:r>
          </a:p>
        </p:txBody>
      </p:sp>
      <p:sp>
        <p:nvSpPr>
          <p:cNvPr id="793" name="Ölbrenner bis ca. 2006"/>
          <p:cNvSpPr txBox="1"/>
          <p:nvPr/>
        </p:nvSpPr>
        <p:spPr>
          <a:xfrm>
            <a:off x="4106545" y="3148009"/>
            <a:ext cx="1296041" cy="929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Ölbrenner bis ca. 2006</a:t>
            </a:r>
          </a:p>
        </p:txBody>
      </p:sp>
      <p:sp>
        <p:nvSpPr>
          <p:cNvPr id="794" name="6 Mio. ältere Ölheizungen       Deutschland      20 Mio. ältere Fahrzeuge…"/>
          <p:cNvSpPr txBox="1"/>
          <p:nvPr/>
        </p:nvSpPr>
        <p:spPr>
          <a:xfrm>
            <a:off x="121920" y="668336"/>
            <a:ext cx="12094210" cy="1406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6 Mio. ältere Ölheizungen       </a:t>
            </a:r>
            <a:r>
              <a:rPr>
                <a:solidFill>
                  <a:srgbClr val="FFFFFF"/>
                </a:solidFill>
              </a:rPr>
              <a:t>Deutschland</a:t>
            </a:r>
            <a:r>
              <a:t>      </a:t>
            </a:r>
            <a:r>
              <a:rPr>
                <a:solidFill>
                  <a:srgbClr val="92D050"/>
                </a:solidFill>
              </a:rPr>
              <a:t>20 Mio. ältere Fahrzeuge</a:t>
            </a:r>
          </a:p>
          <a:p>
            <a:pPr algn="ctr">
              <a:lnSpc>
                <a:spcPct val="90000"/>
              </a:lnSpc>
              <a:defRPr sz="32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680.000 ältere Ölheizungen    </a:t>
            </a:r>
            <a:r>
              <a:rPr>
                <a:solidFill>
                  <a:srgbClr val="FFFFFF"/>
                </a:solidFill>
              </a:rPr>
              <a:t>Österreich</a:t>
            </a:r>
            <a:r>
              <a:t>       </a:t>
            </a:r>
            <a:r>
              <a:rPr>
                <a:solidFill>
                  <a:srgbClr val="92D050"/>
                </a:solidFill>
              </a:rPr>
              <a:t>7 Mio. ältere Fahrzeuge</a:t>
            </a:r>
          </a:p>
          <a:p>
            <a:pPr algn="ctr">
              <a:lnSpc>
                <a:spcPct val="90000"/>
              </a:lnSpc>
              <a:defRPr sz="32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580.000 ältere Ölheizungen    </a:t>
            </a:r>
            <a:r>
              <a:rPr>
                <a:solidFill>
                  <a:srgbClr val="FFFFFF"/>
                </a:solidFill>
              </a:rPr>
              <a:t>Schweiz</a:t>
            </a:r>
            <a:r>
              <a:t>        </a:t>
            </a:r>
            <a:r>
              <a:rPr>
                <a:solidFill>
                  <a:srgbClr val="92D050"/>
                </a:solidFill>
              </a:rPr>
              <a:t>5 Mio. ältere Fahrzeuge</a:t>
            </a:r>
          </a:p>
        </p:txBody>
      </p:sp>
      <p:sp>
        <p:nvSpPr>
          <p:cNvPr id="795" name="2. Einen riesigen Markt"/>
          <p:cNvSpPr txBox="1"/>
          <p:nvPr/>
        </p:nvSpPr>
        <p:spPr>
          <a:xfrm>
            <a:off x="48893" y="4833937"/>
            <a:ext cx="12094213" cy="95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  <a:p>
            <a:pPr algn="ctr">
              <a:lnSpc>
                <a:spcPct val="90000"/>
              </a:lnSpc>
              <a:def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2. Einen riesigen Markt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08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798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99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00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803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801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02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806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804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05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807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09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810" name="Was haben Sie bei Sono-Direkt bisher gelernt?  1. Ein neues Zweiteinkommen durch qualitätsverlust-freies Einsparen  2. Ein Dritteinkommen durch die Empfehlung qualitätsverlust-freier Einsparung"/>
          <p:cNvSpPr txBox="1">
            <a:spLocks noGrp="1"/>
          </p:cNvSpPr>
          <p:nvPr>
            <p:ph type="title" idx="4294967295"/>
          </p:nvPr>
        </p:nvSpPr>
        <p:spPr>
          <a:xfrm>
            <a:off x="953446" y="761710"/>
            <a:ext cx="10285108" cy="5334580"/>
          </a:xfrm>
          <a:prstGeom prst="rect">
            <a:avLst/>
          </a:prstGeom>
        </p:spPr>
        <p:txBody>
          <a:bodyPr anchor="b"/>
          <a:lstStyle/>
          <a:p>
            <a:pPr algn="ctr">
              <a:defRPr sz="3600">
                <a:latin typeface="Calibri"/>
                <a:ea typeface="Calibri"/>
                <a:cs typeface="Calibri"/>
                <a:sym typeface="Calibri"/>
              </a:defRPr>
            </a:pPr>
            <a:br/>
            <a:r>
              <a:t>Was haben Sie bei Sono-Direkt bisher gelernt?</a:t>
            </a:r>
            <a:br/>
            <a:br/>
            <a:r>
              <a:t>1. Ein neues Zweiteinkommen durch qualitätsverlust-freies </a:t>
            </a:r>
            <a:r>
              <a:rPr>
                <a:solidFill>
                  <a:srgbClr val="92D050"/>
                </a:solidFill>
              </a:rPr>
              <a:t>Einsparen</a:t>
            </a:r>
            <a:br>
              <a:rPr>
                <a:solidFill>
                  <a:srgbClr val="92D050"/>
                </a:solidFill>
              </a:rPr>
            </a:br>
            <a:br>
              <a:rPr>
                <a:solidFill>
                  <a:srgbClr val="92D050"/>
                </a:solidFill>
              </a:rPr>
            </a:br>
            <a:r>
              <a:t>2. Ein Dritteinkommen durch die </a:t>
            </a:r>
            <a:r>
              <a:rPr>
                <a:solidFill>
                  <a:srgbClr val="92D050"/>
                </a:solidFill>
              </a:rPr>
              <a:t>Empfehlung</a:t>
            </a:r>
            <a:r>
              <a:t> qualitätsverlust-freier Einsparung </a:t>
            </a:r>
            <a:br/>
            <a:br/>
            <a:endParaRPr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23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813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4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5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818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816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17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821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819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20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822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24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825" name="Was sollten Sie jetzt als nächstes tun?"/>
          <p:cNvSpPr txBox="1">
            <a:spLocks noGrp="1"/>
          </p:cNvSpPr>
          <p:nvPr>
            <p:ph type="title" idx="4294967295"/>
          </p:nvPr>
        </p:nvSpPr>
        <p:spPr>
          <a:xfrm>
            <a:off x="1173161" y="539750"/>
            <a:ext cx="9917115" cy="3359150"/>
          </a:xfrm>
          <a:prstGeom prst="rect">
            <a:avLst/>
          </a:prstGeom>
        </p:spPr>
        <p:txBody>
          <a:bodyPr anchor="b"/>
          <a:lstStyle/>
          <a:p>
            <a:pPr algn="ctr">
              <a:defRPr sz="4000">
                <a:latin typeface="Calibri"/>
                <a:ea typeface="Calibri"/>
                <a:cs typeface="Calibri"/>
                <a:sym typeface="Calibri"/>
              </a:defRPr>
            </a:pPr>
            <a:r>
              <a:t>Was sollten Sie jetzt als nächstes tun?</a:t>
            </a:r>
            <a:br/>
            <a:br/>
            <a:endParaRPr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38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828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29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0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833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831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32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836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834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35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837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39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840" name="Folgen Sie Ihrem Sponsor-Link und wählen Sie Ihr Produkt:"/>
          <p:cNvSpPr txBox="1"/>
          <p:nvPr/>
        </p:nvSpPr>
        <p:spPr>
          <a:xfrm>
            <a:off x="1785620" y="450851"/>
            <a:ext cx="7925436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Folgen Sie Ihrem </a:t>
            </a:r>
            <a:r>
              <a:rPr u="sng">
                <a:solidFill>
                  <a:srgbClr val="FFC457"/>
                </a:solidFill>
              </a:rPr>
              <a:t>Sponsor-Link</a:t>
            </a:r>
            <a:r>
              <a:rPr>
                <a:solidFill>
                  <a:srgbClr val="FFC457"/>
                </a:solidFill>
              </a:rPr>
              <a:t> </a:t>
            </a:r>
            <a:r>
              <a:t>und wählen Sie Ihr Produkt:</a:t>
            </a:r>
          </a:p>
        </p:txBody>
      </p:sp>
      <p:pic>
        <p:nvPicPr>
          <p:cNvPr id="841" name="image33.jpeg" descr="image33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365250"/>
            <a:ext cx="12192000" cy="4127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54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844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5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6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849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847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48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852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850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51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853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55" name="Rechteck"/>
          <p:cNvSpPr/>
          <p:nvPr/>
        </p:nvSpPr>
        <p:spPr>
          <a:xfrm flipH="1">
            <a:off x="-6656036" y="-2870978"/>
            <a:ext cx="12192007" cy="6858001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856" name="image34.jpeg" descr="image34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9200" y="0"/>
            <a:ext cx="447199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857" name="Vertriebspartner: 3 bezahlt +…"/>
          <p:cNvSpPr txBox="1"/>
          <p:nvPr/>
        </p:nvSpPr>
        <p:spPr>
          <a:xfrm rot="20561763">
            <a:off x="908581" y="3517825"/>
            <a:ext cx="2330581" cy="192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000" b="1" i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Vertriebspartner: 3 bezahlt +</a:t>
            </a:r>
          </a:p>
          <a:p>
            <a:pPr algn="ctr">
              <a:defRPr sz="2000" b="1" i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1 gratis</a:t>
            </a:r>
          </a:p>
          <a:p>
            <a:pPr algn="ctr">
              <a:defRPr sz="2000" b="1" i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  <a:p>
            <a:pPr algn="ctr">
              <a:defRPr sz="2000" b="1" i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357,- € incl. MwSt.</a:t>
            </a:r>
          </a:p>
          <a:p>
            <a:pPr algn="ctr">
              <a:defRPr sz="2000" b="1" i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zzgl. Versand</a:t>
            </a:r>
          </a:p>
        </p:txBody>
      </p:sp>
      <p:sp>
        <p:nvSpPr>
          <p:cNvPr id="858" name="Tip: Wir empfehlen mit dem…"/>
          <p:cNvSpPr txBox="1"/>
          <p:nvPr/>
        </p:nvSpPr>
        <p:spPr>
          <a:xfrm>
            <a:off x="8467407" y="465137"/>
            <a:ext cx="8989061" cy="1209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Tip: Wir empfehlen mit dem </a:t>
            </a:r>
          </a:p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Kraftstoffpaket zu beginnen und </a:t>
            </a:r>
          </a:p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Sie erhalten bei der nächsten </a:t>
            </a:r>
          </a:p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Bestellung gleich </a:t>
            </a:r>
            <a:r>
              <a:rPr>
                <a:solidFill>
                  <a:srgbClr val="FFC457"/>
                </a:solidFill>
              </a:rPr>
              <a:t>20% </a:t>
            </a:r>
            <a:r>
              <a:t>!</a:t>
            </a:r>
          </a:p>
        </p:txBody>
      </p:sp>
      <p:pic>
        <p:nvPicPr>
          <p:cNvPr id="859" name="eingesetzter-Film.png" descr="eingesetzter-Fil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358" y="378610"/>
            <a:ext cx="2827636" cy="28276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1" name="Tabelle 1"/>
          <p:cNvGraphicFramePr/>
          <p:nvPr/>
        </p:nvGraphicFramePr>
        <p:xfrm>
          <a:off x="1451726" y="1029947"/>
          <a:ext cx="8979562" cy="508133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6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4531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Stufe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T w="25400">
                      <a:solidFill>
                        <a:srgbClr val="FFFFFF"/>
                      </a:solidFill>
                    </a:lnT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marL="0" marR="0" marT="0" marB="0" anchor="ctr" horzOverflow="overflow">
                    <a:lnT w="25400">
                      <a:solidFill>
                        <a:srgbClr val="FFFFFF"/>
                      </a:solidFill>
                    </a:lnT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Ambassador</a:t>
                      </a:r>
                    </a:p>
                    <a:p>
                      <a:pPr algn="ctr">
                        <a:defRPr sz="1600"/>
                      </a:pPr>
                      <a:r>
                        <a:t>Verkaufspreis Netto 1.250,00 €  Provision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XeenTEC  3 + 1 Einsteiger Paket </a:t>
                      </a:r>
                    </a:p>
                    <a:p>
                      <a:pPr algn="ctr">
                        <a:defRPr sz="1600"/>
                      </a:pPr>
                      <a:r>
                        <a:t>VK  Netto 300,00 €</a:t>
                      </a:r>
                    </a:p>
                    <a:p>
                      <a:pPr algn="ctr">
                        <a:defRPr sz="1600"/>
                      </a:pPr>
                      <a:r>
                        <a:t>Provision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solidFill>
                      <a:srgbClr val="133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848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47 %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587,50 €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141,00 €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892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45 %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562,50 €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135,00 €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892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42 %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525,00 €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126,00 €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892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37 %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462,50 €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111,00 €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76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25400">
                      <a:solidFill>
                        <a:srgbClr val="FFFFFF"/>
                      </a:solidFill>
                    </a:lnL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30 %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375,00 €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90,00 €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76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20 %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250,00 €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60,00 €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76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10 %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125,00 €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30,00 €</a:t>
                      </a:r>
                    </a:p>
                  </a:txBody>
                  <a:tcPr marL="0" marR="0" marT="0" marB="0" anchor="ctr" horzOverflow="overflow">
                    <a:solidFill>
                      <a:srgbClr val="133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62" name="image60.png" descr="image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9008" y="163298"/>
            <a:ext cx="690412" cy="11169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875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865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6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7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870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868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69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873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871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72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874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aphicFrame>
        <p:nvGraphicFramePr>
          <p:cNvPr id="876" name="Tabelle 2"/>
          <p:cNvGraphicFramePr/>
          <p:nvPr/>
        </p:nvGraphicFramePr>
        <p:xfrm>
          <a:off x="721961" y="1493968"/>
          <a:ext cx="10312880" cy="4911312"/>
        </p:xfrm>
        <a:graphic>
          <a:graphicData uri="http://schemas.openxmlformats.org/drawingml/2006/table">
            <a:tbl>
              <a:tblPr firstRow="1" firstCol="1" bandRow="1">
                <a:tableStyleId>{4C3C2611-4C71-4FC5-86AE-919BDF0F9419}</a:tableStyleId>
              </a:tblPr>
              <a:tblGrid>
                <a:gridCol w="2834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2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616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endParaRPr/>
                    </a:p>
                    <a:p>
                      <a:pPr algn="ctr">
                        <a:defRPr sz="1500"/>
                      </a:pPr>
                      <a:r>
                        <a:t>General-Repr. (GR)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4F51F2"/>
                      </a:solidFill>
                    </a:lnL>
                    <a:lnR w="635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4F51F2"/>
                      </a:solidFill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endParaRPr/>
                    </a:p>
                    <a:p>
                      <a:pPr algn="ctr">
                        <a:defRPr sz="1500"/>
                      </a:pPr>
                      <a:r>
                        <a:t>240.000 € Umsatz*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4F51F2"/>
                      </a:solidFill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/>
                      </a:pPr>
                      <a:r>
                        <a:t>47 %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4F51F2"/>
                      </a:solidFill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/>
                      </a:pPr>
                      <a:r>
                        <a:t>2 %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4F51F2"/>
                      </a:solidFill>
                    </a:lnR>
                    <a:lnT w="6350">
                      <a:solidFill>
                        <a:srgbClr val="4F51F2"/>
                      </a:solidFill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616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/>
                      </a:pPr>
                      <a:r>
                        <a:t> Direktions-Repr. (DR)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160.000 € Umsatz*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45 %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3 %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4F51F2"/>
                      </a:solidFill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16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endParaRPr/>
                    </a:p>
                    <a:p>
                      <a:pPr algn="ctr">
                        <a:defRPr sz="1500"/>
                      </a:pPr>
                      <a:r>
                        <a:t>Orga-Repr. (OR)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4F51F2"/>
                      </a:solidFill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E6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42 %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5 %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4F51F2"/>
                      </a:solidFill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616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/>
                      </a:pPr>
                      <a:r>
                        <a:t>Chef-Repr. (CR)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4F51F2"/>
                      </a:solidFill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>
                          <a:solidFill>
                            <a:srgbClr val="FFFFFF"/>
                          </a:solidFill>
                        </a:rPr>
                        <a:t>45.000 € Umsatz 1.200 € Eigenumsatz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37 %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7 %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4F51F2"/>
                      </a:solidFill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616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/>
                      </a:pPr>
                      <a:r>
                        <a:t>Leitender-Repr. (LR)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4F51F2"/>
                      </a:solidFill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>
                          <a:solidFill>
                            <a:srgbClr val="FFFFFF"/>
                          </a:solidFill>
                        </a:rPr>
                        <a:t>15.000 € Umsatz 1.200 € Eigenumsatz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30 %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10 %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4F51F2"/>
                      </a:solidFill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616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/>
                      </a:pPr>
                      <a:r>
                        <a:t>Repräsentant ( R )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4F51F2"/>
                      </a:solidFill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1.250 € Umsatz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20 %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>
                          <a:solidFill>
                            <a:srgbClr val="FFFFFF"/>
                          </a:solidFill>
                        </a:rPr>
                        <a:t>10 %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4F51F2"/>
                      </a:solidFill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616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/>
                      </a:pPr>
                      <a:r>
                        <a:t>Repr. Anwärter ( A )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4F51F2"/>
                      </a:solidFill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4F51F2"/>
                      </a:solidFill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4F51F2"/>
                      </a:solidFill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>
                          <a:solidFill>
                            <a:srgbClr val="FFFFFF"/>
                          </a:solidFill>
                        </a:rPr>
                        <a:t>10 %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4F51F2"/>
                      </a:solidFill>
                    </a:lnB>
                    <a:solidFill>
                      <a:srgbClr val="1F4AC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6350">
                      <a:solidFill>
                        <a:srgbClr val="4F51F2"/>
                      </a:solidFill>
                    </a:lnR>
                    <a:lnT w="6350">
                      <a:solidFill>
                        <a:srgbClr val="FFFFFF"/>
                      </a:solidFill>
                      <a:miter lim="400000"/>
                    </a:lnT>
                    <a:lnB w="6350">
                      <a:solidFill>
                        <a:srgbClr val="4F51F2"/>
                      </a:solidFill>
                    </a:lnB>
                    <a:solidFill>
                      <a:srgbClr val="1F4A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77" name="Sono Direkt Vertrieb Karrierestufen"/>
          <p:cNvSpPr txBox="1"/>
          <p:nvPr/>
        </p:nvSpPr>
        <p:spPr>
          <a:xfrm>
            <a:off x="2780126" y="465890"/>
            <a:ext cx="6631748" cy="47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500">
                <a:solidFill>
                  <a:srgbClr val="F1FEF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Sono Direkt Vertrieb Karrierestufen</a:t>
            </a:r>
          </a:p>
        </p:txBody>
      </p:sp>
      <p:pic>
        <p:nvPicPr>
          <p:cNvPr id="878" name="image60.png" descr="image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0408" y="143646"/>
            <a:ext cx="690412" cy="1116930"/>
          </a:xfrm>
          <a:prstGeom prst="rect">
            <a:avLst/>
          </a:prstGeom>
          <a:ln w="12700">
            <a:miter lim="400000"/>
          </a:ln>
        </p:spPr>
      </p:pic>
      <p:sp>
        <p:nvSpPr>
          <p:cNvPr id="879" name="6"/>
          <p:cNvSpPr txBox="1"/>
          <p:nvPr/>
        </p:nvSpPr>
        <p:spPr>
          <a:xfrm>
            <a:off x="368859" y="1771044"/>
            <a:ext cx="28777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6</a:t>
            </a:r>
          </a:p>
        </p:txBody>
      </p:sp>
      <p:sp>
        <p:nvSpPr>
          <p:cNvPr id="880" name="5"/>
          <p:cNvSpPr txBox="1"/>
          <p:nvPr/>
        </p:nvSpPr>
        <p:spPr>
          <a:xfrm>
            <a:off x="368859" y="2478614"/>
            <a:ext cx="28777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5</a:t>
            </a:r>
          </a:p>
        </p:txBody>
      </p:sp>
      <p:sp>
        <p:nvSpPr>
          <p:cNvPr id="881" name="2"/>
          <p:cNvSpPr txBox="1"/>
          <p:nvPr/>
        </p:nvSpPr>
        <p:spPr>
          <a:xfrm>
            <a:off x="368859" y="4489513"/>
            <a:ext cx="28777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2</a:t>
            </a:r>
          </a:p>
        </p:txBody>
      </p:sp>
      <p:sp>
        <p:nvSpPr>
          <p:cNvPr id="882" name="1"/>
          <p:cNvSpPr txBox="1"/>
          <p:nvPr/>
        </p:nvSpPr>
        <p:spPr>
          <a:xfrm>
            <a:off x="368859" y="5244479"/>
            <a:ext cx="28777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1</a:t>
            </a:r>
          </a:p>
        </p:txBody>
      </p:sp>
      <p:sp>
        <p:nvSpPr>
          <p:cNvPr id="883" name="4"/>
          <p:cNvSpPr txBox="1"/>
          <p:nvPr/>
        </p:nvSpPr>
        <p:spPr>
          <a:xfrm>
            <a:off x="368859" y="3186427"/>
            <a:ext cx="28777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4</a:t>
            </a:r>
          </a:p>
        </p:txBody>
      </p:sp>
      <p:sp>
        <p:nvSpPr>
          <p:cNvPr id="884" name="3"/>
          <p:cNvSpPr txBox="1"/>
          <p:nvPr/>
        </p:nvSpPr>
        <p:spPr>
          <a:xfrm>
            <a:off x="368859" y="3861549"/>
            <a:ext cx="28777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3</a:t>
            </a:r>
          </a:p>
        </p:txBody>
      </p:sp>
      <p:sp>
        <p:nvSpPr>
          <p:cNvPr id="885" name="Stufenbezeichnung"/>
          <p:cNvSpPr txBox="1"/>
          <p:nvPr/>
        </p:nvSpPr>
        <p:spPr>
          <a:xfrm>
            <a:off x="846436" y="1029142"/>
            <a:ext cx="2800002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Stufenbezeichnung</a:t>
            </a:r>
          </a:p>
        </p:txBody>
      </p:sp>
      <p:sp>
        <p:nvSpPr>
          <p:cNvPr id="886" name="Umsatz für 6 lfd. Monate"/>
          <p:cNvSpPr txBox="1"/>
          <p:nvPr/>
        </p:nvSpPr>
        <p:spPr>
          <a:xfrm>
            <a:off x="3793049" y="1029142"/>
            <a:ext cx="4170708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Umsatz für 6 lfd. Monate</a:t>
            </a:r>
          </a:p>
        </p:txBody>
      </p:sp>
      <p:sp>
        <p:nvSpPr>
          <p:cNvPr id="887" name="Direkt-Prov."/>
          <p:cNvSpPr txBox="1"/>
          <p:nvPr/>
        </p:nvSpPr>
        <p:spPr>
          <a:xfrm>
            <a:off x="7777573" y="1029142"/>
            <a:ext cx="1713879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Direkt-Prov.</a:t>
            </a:r>
          </a:p>
        </p:txBody>
      </p:sp>
      <p:sp>
        <p:nvSpPr>
          <p:cNvPr id="888" name="Diff.-Prov."/>
          <p:cNvSpPr txBox="1"/>
          <p:nvPr/>
        </p:nvSpPr>
        <p:spPr>
          <a:xfrm>
            <a:off x="9511256" y="1029142"/>
            <a:ext cx="1507830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Diff.-Prov.</a:t>
            </a:r>
          </a:p>
        </p:txBody>
      </p:sp>
      <p:graphicFrame>
        <p:nvGraphicFramePr>
          <p:cNvPr id="889" name="Tabelle 1"/>
          <p:cNvGraphicFramePr/>
          <p:nvPr/>
        </p:nvGraphicFramePr>
        <p:xfrm>
          <a:off x="3566247" y="2897949"/>
          <a:ext cx="4212327" cy="701616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4212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16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endParaRPr/>
                    </a:p>
                    <a:p>
                      <a:pPr algn="ctr">
                        <a:defRPr sz="1500" b="1"/>
                      </a:pPr>
                      <a:r>
                        <a:t>80.000 € Umsatz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1F4A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0" name="1"/>
          <p:cNvSpPr txBox="1"/>
          <p:nvPr/>
        </p:nvSpPr>
        <p:spPr>
          <a:xfrm>
            <a:off x="368858" y="5952054"/>
            <a:ext cx="342597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A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Rechte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grpSp>
        <p:nvGrpSpPr>
          <p:cNvPr id="903" name="Gruppieren"/>
          <p:cNvGrpSpPr/>
          <p:nvPr/>
        </p:nvGrpSpPr>
        <p:grpSpPr>
          <a:xfrm>
            <a:off x="-154" y="-99"/>
            <a:ext cx="12192020" cy="6863689"/>
            <a:chOff x="-77" y="-50"/>
            <a:chExt cx="12192018" cy="6863687"/>
          </a:xfrm>
        </p:grpSpPr>
        <p:pic>
          <p:nvPicPr>
            <p:cNvPr id="893" name="image1.png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8" y="1639679"/>
              <a:ext cx="5218186" cy="5217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4" name="image2.png" descr="image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441" y="-47"/>
              <a:ext cx="4322074" cy="4321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5" name="image3.png" descr="image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313" y="1231272"/>
              <a:ext cx="5504698" cy="5504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898" name="Gruppieren"/>
            <p:cNvGrpSpPr/>
            <p:nvPr/>
          </p:nvGrpSpPr>
          <p:grpSpPr>
            <a:xfrm>
              <a:off x="688773" y="-50"/>
              <a:ext cx="10802134" cy="6857595"/>
              <a:chOff x="0" y="-1"/>
              <a:chExt cx="10802133" cy="6857593"/>
            </a:xfrm>
          </p:grpSpPr>
          <p:pic>
            <p:nvPicPr>
              <p:cNvPr id="896" name="image4.png" descr="image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1062" y="-2"/>
                <a:ext cx="5401072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97" name="image5.png" descr="image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"/>
                <a:ext cx="5401067" cy="685759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901" name="Gruppieren"/>
            <p:cNvGrpSpPr/>
            <p:nvPr/>
          </p:nvGrpSpPr>
          <p:grpSpPr>
            <a:xfrm>
              <a:off x="8759877" y="-51"/>
              <a:ext cx="3432065" cy="6857595"/>
              <a:chOff x="0" y="0"/>
              <a:chExt cx="3432063" cy="6857593"/>
            </a:xfrm>
          </p:grpSpPr>
          <p:pic>
            <p:nvPicPr>
              <p:cNvPr id="899" name="image6.png" descr="image6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3431841"/>
                <a:ext cx="3432064" cy="3425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00" name="image7.png" descr="image7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" y="-1"/>
                <a:ext cx="3432064" cy="34318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902" name="image8.png" descr="image8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02151" y="274257"/>
              <a:ext cx="6589789" cy="65893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04" name="Rechteck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9998"/>
                </a:srgbClr>
              </a:gs>
              <a:gs pos="100000">
                <a:srgbClr val="000000">
                  <a:alpha val="39999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905" name="image34.jpeg" descr="image34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3952" y="-119040"/>
            <a:ext cx="4627239" cy="7096081"/>
          </a:xfrm>
          <a:prstGeom prst="rect">
            <a:avLst/>
          </a:prstGeom>
          <a:ln w="12700">
            <a:miter lim="400000"/>
          </a:ln>
        </p:spPr>
      </p:pic>
      <p:sp>
        <p:nvSpPr>
          <p:cNvPr id="906" name="Vertriebspartner: 3 bezahlt +…"/>
          <p:cNvSpPr txBox="1"/>
          <p:nvPr/>
        </p:nvSpPr>
        <p:spPr>
          <a:xfrm rot="20561763">
            <a:off x="1248941" y="5250805"/>
            <a:ext cx="2330581" cy="1005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000" b="1" i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Vertriebspartner: 3 bezahlt +</a:t>
            </a:r>
          </a:p>
          <a:p>
            <a:pPr algn="ctr">
              <a:defRPr sz="2000" b="1" i="1">
                <a:solidFill>
                  <a:srgbClr val="FF26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1 gratis</a:t>
            </a:r>
          </a:p>
        </p:txBody>
      </p:sp>
      <p:sp>
        <p:nvSpPr>
          <p:cNvPr id="907" name="Tip: Wir empfehlen mit dem…"/>
          <p:cNvSpPr txBox="1"/>
          <p:nvPr/>
        </p:nvSpPr>
        <p:spPr>
          <a:xfrm>
            <a:off x="8467407" y="465137"/>
            <a:ext cx="8989061" cy="1209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Tip: Wir empfehlen mit dem </a:t>
            </a:r>
          </a:p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Kraftstoffpaket zu beginnen und </a:t>
            </a:r>
          </a:p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Sie erhalten bei der nächsten </a:t>
            </a:r>
          </a:p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Bestellung gleich </a:t>
            </a:r>
            <a:r>
              <a:rPr>
                <a:solidFill>
                  <a:srgbClr val="FFC457"/>
                </a:solidFill>
              </a:rPr>
              <a:t>20% </a:t>
            </a:r>
            <a:r>
              <a:t>!</a:t>
            </a:r>
          </a:p>
        </p:txBody>
      </p:sp>
      <p:pic>
        <p:nvPicPr>
          <p:cNvPr id="908" name="eingesetzter-Film.png" descr="eingesetzter-Fil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004" y="1929407"/>
            <a:ext cx="2561460" cy="25614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Lucida Grand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Lucida Grand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Lucida Grand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Lucida Grand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1336</Words>
  <Application>Microsoft Office PowerPoint</Application>
  <PresentationFormat>Breitbild</PresentationFormat>
  <Paragraphs>303</Paragraphs>
  <Slides>57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57</vt:i4>
      </vt:variant>
    </vt:vector>
  </HeadingPairs>
  <TitlesOfParts>
    <vt:vector size="63" baseType="lpstr">
      <vt:lpstr>Arial</vt:lpstr>
      <vt:lpstr>Calibri</vt:lpstr>
      <vt:lpstr>Helvetica</vt:lpstr>
      <vt:lpstr>Lucida Grande</vt:lpstr>
      <vt:lpstr>Times Roman</vt:lpstr>
      <vt:lpstr>White</vt:lpstr>
      <vt:lpstr>Herzlich willkommen</vt:lpstr>
      <vt:lpstr>PowerPoint-Präsentation</vt:lpstr>
      <vt:lpstr>PowerPoint-Präsentation</vt:lpstr>
      <vt:lpstr>  Sono-Direkt Handel Ltd.  Unternehmen seit 2008  vertreten durch Michael Spies  unterstützt durch Vertriebspartner in DE, BE, A, CH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Wir auch nicht!  Und deshalb sind wir da!</vt:lpstr>
      <vt:lpstr>Diesem ganzen Desaster wirken wir entgegen mit innovativen Technologien – und zwar  ohne Komfortverlust!  </vt:lpstr>
      <vt:lpstr>Das bedeutet jeder 3. Besitzer eines älteren Fahrzeugs  hat auch eine ältere Ölheizung.</vt:lpstr>
      <vt:lpstr>PowerPoint-Präsentation</vt:lpstr>
      <vt:lpstr>PowerPoint-Präsentation</vt:lpstr>
      <vt:lpstr>PowerPoint-Präsentation</vt:lpstr>
      <vt:lpstr>PowerPoint-Präsentation</vt:lpstr>
      <vt:lpstr>"In Deutschland und in der EU ist qualitätsverlust-freies Sparen wie ein neues Zweiteinkommen zu sehen"</vt:lpstr>
      <vt:lpstr>PowerPoint-Präsentation</vt:lpstr>
      <vt:lpstr>Wie läuft das Ganze ab?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Mehr Nachhaltigkeit  Mehr Umweltschutz Mehr Geld in Ihrer Tasche Mehr Lebensqualität</vt:lpstr>
      <vt:lpstr>Möchten Sie an diesem Ziel mitarbeiten?  Dann bleiben Sie dran, in 5 Minuten geht’s weiter.</vt:lpstr>
      <vt:lpstr>Wie groß  ist DEIN Stück?</vt:lpstr>
      <vt:lpstr>Wie werden Sie mit Uns erfolgreich?</vt:lpstr>
      <vt:lpstr>PowerPoint-Präsentation</vt:lpstr>
      <vt:lpstr>PowerPoint-Präsentation</vt:lpstr>
      <vt:lpstr> Was haben Sie bei Sono-Direkt bisher gelernt?  1. Ein neues Zweiteinkommen durch qualitätsverlust-freies Einsparen  2. Ein Dritteinkommen durch die Empfehlung qualitätsverlust-freier Einsparung   </vt:lpstr>
      <vt:lpstr>Was sollten Sie jetzt als nächstes tun?  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Simone Otto</cp:lastModifiedBy>
  <cp:revision>3</cp:revision>
  <dcterms:modified xsi:type="dcterms:W3CDTF">2026-06-13T18:29:27Z</dcterms:modified>
</cp:coreProperties>
</file>